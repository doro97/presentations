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4EBDA5-641A-479C-9665-B8E04F9EBD5C}" type="doc">
      <dgm:prSet loTypeId="urn:microsoft.com/office/officeart/2005/8/layout/cycle8" loCatId="cycle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GB"/>
        </a:p>
      </dgm:t>
    </dgm:pt>
    <dgm:pt modelId="{C37EDDD1-7C70-446E-A3EC-52D15EA913D6}">
      <dgm:prSet phldrT="[Text]" phldr="0" custT="1"/>
      <dgm:spPr/>
      <dgm:t>
        <a:bodyPr/>
        <a:lstStyle/>
        <a:p>
          <a:r>
            <a:rPr lang="en-GB" sz="1050" dirty="0"/>
            <a:t>BELIEF: </a:t>
          </a:r>
          <a:r>
            <a:rPr lang="en-GB" sz="900" i="1" dirty="0"/>
            <a:t>what they know</a:t>
          </a:r>
        </a:p>
      </dgm:t>
    </dgm:pt>
    <dgm:pt modelId="{CAFDC4EA-0D38-4BDD-B2D3-8035D4E59784}" type="parTrans" cxnId="{AA143429-3ABA-43DB-8CB8-EB0BC0B4242B}">
      <dgm:prSet/>
      <dgm:spPr/>
      <dgm:t>
        <a:bodyPr/>
        <a:lstStyle/>
        <a:p>
          <a:endParaRPr lang="en-GB"/>
        </a:p>
      </dgm:t>
    </dgm:pt>
    <dgm:pt modelId="{FEFD641A-AAB3-485B-9334-4F7D852A5FFB}" type="sibTrans" cxnId="{AA143429-3ABA-43DB-8CB8-EB0BC0B4242B}">
      <dgm:prSet/>
      <dgm:spPr/>
      <dgm:t>
        <a:bodyPr/>
        <a:lstStyle/>
        <a:p>
          <a:endParaRPr lang="en-GB"/>
        </a:p>
      </dgm:t>
    </dgm:pt>
    <dgm:pt modelId="{A3CE89F4-821F-4C41-8B81-3BF373869570}">
      <dgm:prSet phldrT="[Text]" phldr="0" custT="1"/>
      <dgm:spPr/>
      <dgm:t>
        <a:bodyPr/>
        <a:lstStyle/>
        <a:p>
          <a:r>
            <a:rPr lang="en-GB" sz="1050" dirty="0"/>
            <a:t>DESIRE: </a:t>
          </a:r>
        </a:p>
        <a:p>
          <a:r>
            <a:rPr lang="en-GB" sz="900" i="1" dirty="0"/>
            <a:t>defines their objectives</a:t>
          </a:r>
        </a:p>
      </dgm:t>
    </dgm:pt>
    <dgm:pt modelId="{1D7E647F-7189-4FA9-96AE-786BD9C1E201}" type="parTrans" cxnId="{28A22E24-BDF3-464B-9E5D-92A5A7A9C9F5}">
      <dgm:prSet/>
      <dgm:spPr/>
      <dgm:t>
        <a:bodyPr/>
        <a:lstStyle/>
        <a:p>
          <a:endParaRPr lang="en-GB"/>
        </a:p>
      </dgm:t>
    </dgm:pt>
    <dgm:pt modelId="{A748B559-9601-4CF3-BDD9-6DE73A5F979C}" type="sibTrans" cxnId="{28A22E24-BDF3-464B-9E5D-92A5A7A9C9F5}">
      <dgm:prSet/>
      <dgm:spPr/>
      <dgm:t>
        <a:bodyPr/>
        <a:lstStyle/>
        <a:p>
          <a:endParaRPr lang="en-GB"/>
        </a:p>
      </dgm:t>
    </dgm:pt>
    <dgm:pt modelId="{6DD5D5BC-F355-4684-AC79-E23ACF9A5F7A}">
      <dgm:prSet phldrT="[Text]" phldr="0" custT="1"/>
      <dgm:spPr/>
      <dgm:t>
        <a:bodyPr/>
        <a:lstStyle/>
        <a:p>
          <a:r>
            <a:rPr lang="en-GB" sz="1000" dirty="0"/>
            <a:t> INTENTION </a:t>
          </a:r>
        </a:p>
        <a:p>
          <a:r>
            <a:rPr lang="en-GB" sz="900" i="1" dirty="0"/>
            <a:t>actions taken to achieve the goal</a:t>
          </a:r>
        </a:p>
      </dgm:t>
    </dgm:pt>
    <dgm:pt modelId="{5FD8C166-7E6B-4DBF-8751-E38F090ED683}" type="parTrans" cxnId="{C9C4D942-BFFA-4824-93D6-DA323A973BDB}">
      <dgm:prSet/>
      <dgm:spPr/>
      <dgm:t>
        <a:bodyPr/>
        <a:lstStyle/>
        <a:p>
          <a:endParaRPr lang="en-GB"/>
        </a:p>
      </dgm:t>
    </dgm:pt>
    <dgm:pt modelId="{F5E4FEA8-20DE-4B9A-ABCA-478CCFCCF1B7}" type="sibTrans" cxnId="{C9C4D942-BFFA-4824-93D6-DA323A973BDB}">
      <dgm:prSet/>
      <dgm:spPr/>
      <dgm:t>
        <a:bodyPr/>
        <a:lstStyle/>
        <a:p>
          <a:endParaRPr lang="en-GB"/>
        </a:p>
      </dgm:t>
    </dgm:pt>
    <dgm:pt modelId="{325D2BBC-9F3E-46BE-A98C-EF29622C8C65}" type="pres">
      <dgm:prSet presAssocID="{154EBDA5-641A-479C-9665-B8E04F9EBD5C}" presName="compositeShape" presStyleCnt="0">
        <dgm:presLayoutVars>
          <dgm:chMax val="7"/>
          <dgm:dir/>
          <dgm:resizeHandles val="exact"/>
        </dgm:presLayoutVars>
      </dgm:prSet>
      <dgm:spPr/>
    </dgm:pt>
    <dgm:pt modelId="{9C3F19D5-C877-42BE-8325-8B1F9675FA99}" type="pres">
      <dgm:prSet presAssocID="{154EBDA5-641A-479C-9665-B8E04F9EBD5C}" presName="wedge1" presStyleLbl="node1" presStyleIdx="0" presStyleCnt="3"/>
      <dgm:spPr/>
    </dgm:pt>
    <dgm:pt modelId="{932D413B-731F-4B06-8CDC-9AAF000B2E16}" type="pres">
      <dgm:prSet presAssocID="{154EBDA5-641A-479C-9665-B8E04F9EBD5C}" presName="dummy1a" presStyleCnt="0"/>
      <dgm:spPr/>
    </dgm:pt>
    <dgm:pt modelId="{21AEE178-981F-4FCB-891A-097C551E70E6}" type="pres">
      <dgm:prSet presAssocID="{154EBDA5-641A-479C-9665-B8E04F9EBD5C}" presName="dummy1b" presStyleCnt="0"/>
      <dgm:spPr/>
    </dgm:pt>
    <dgm:pt modelId="{7E9B4F77-3EA5-4412-9EE1-6A92935E397E}" type="pres">
      <dgm:prSet presAssocID="{154EBDA5-641A-479C-9665-B8E04F9EBD5C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6386B393-05DB-4DA6-9ADB-3CC04B364ADD}" type="pres">
      <dgm:prSet presAssocID="{154EBDA5-641A-479C-9665-B8E04F9EBD5C}" presName="wedge2" presStyleLbl="node1" presStyleIdx="1" presStyleCnt="3"/>
      <dgm:spPr/>
    </dgm:pt>
    <dgm:pt modelId="{620198FD-F3CE-4683-A175-B3646DDF78A4}" type="pres">
      <dgm:prSet presAssocID="{154EBDA5-641A-479C-9665-B8E04F9EBD5C}" presName="dummy2a" presStyleCnt="0"/>
      <dgm:spPr/>
    </dgm:pt>
    <dgm:pt modelId="{07D294B5-2CCF-4D50-8FF5-FBD9506B0DF7}" type="pres">
      <dgm:prSet presAssocID="{154EBDA5-641A-479C-9665-B8E04F9EBD5C}" presName="dummy2b" presStyleCnt="0"/>
      <dgm:spPr/>
    </dgm:pt>
    <dgm:pt modelId="{84A410B4-BA7D-4A5F-B745-6207A3C4503E}" type="pres">
      <dgm:prSet presAssocID="{154EBDA5-641A-479C-9665-B8E04F9EBD5C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819D1B8A-62FE-4AB3-A490-FE13295E8786}" type="pres">
      <dgm:prSet presAssocID="{154EBDA5-641A-479C-9665-B8E04F9EBD5C}" presName="wedge3" presStyleLbl="node1" presStyleIdx="2" presStyleCnt="3"/>
      <dgm:spPr/>
    </dgm:pt>
    <dgm:pt modelId="{420D1A39-CE50-40CF-AB14-C8A70B467C9C}" type="pres">
      <dgm:prSet presAssocID="{154EBDA5-641A-479C-9665-B8E04F9EBD5C}" presName="dummy3a" presStyleCnt="0"/>
      <dgm:spPr/>
    </dgm:pt>
    <dgm:pt modelId="{F8D27D88-D5F2-41C8-ADC5-600F6FFE75C7}" type="pres">
      <dgm:prSet presAssocID="{154EBDA5-641A-479C-9665-B8E04F9EBD5C}" presName="dummy3b" presStyleCnt="0"/>
      <dgm:spPr/>
    </dgm:pt>
    <dgm:pt modelId="{192AFC03-9E72-470B-B937-032115971B58}" type="pres">
      <dgm:prSet presAssocID="{154EBDA5-641A-479C-9665-B8E04F9EBD5C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310A7488-BBF6-4371-A19C-E04943D1212B}" type="pres">
      <dgm:prSet presAssocID="{FEFD641A-AAB3-485B-9334-4F7D852A5FFB}" presName="arrowWedge1" presStyleLbl="fgSibTrans2D1" presStyleIdx="0" presStyleCnt="3"/>
      <dgm:spPr/>
    </dgm:pt>
    <dgm:pt modelId="{DC4AED9F-4D29-4FAA-9777-415C7486FD73}" type="pres">
      <dgm:prSet presAssocID="{A748B559-9601-4CF3-BDD9-6DE73A5F979C}" presName="arrowWedge2" presStyleLbl="fgSibTrans2D1" presStyleIdx="1" presStyleCnt="3"/>
      <dgm:spPr/>
    </dgm:pt>
    <dgm:pt modelId="{99EA2C14-C5C5-4493-A65E-F1B81C38759D}" type="pres">
      <dgm:prSet presAssocID="{F5E4FEA8-20DE-4B9A-ABCA-478CCFCCF1B7}" presName="arrowWedge3" presStyleLbl="fgSibTrans2D1" presStyleIdx="2" presStyleCnt="3"/>
      <dgm:spPr/>
    </dgm:pt>
  </dgm:ptLst>
  <dgm:cxnLst>
    <dgm:cxn modelId="{28A22E24-BDF3-464B-9E5D-92A5A7A9C9F5}" srcId="{154EBDA5-641A-479C-9665-B8E04F9EBD5C}" destId="{A3CE89F4-821F-4C41-8B81-3BF373869570}" srcOrd="1" destOrd="0" parTransId="{1D7E647F-7189-4FA9-96AE-786BD9C1E201}" sibTransId="{A748B559-9601-4CF3-BDD9-6DE73A5F979C}"/>
    <dgm:cxn modelId="{AA143429-3ABA-43DB-8CB8-EB0BC0B4242B}" srcId="{154EBDA5-641A-479C-9665-B8E04F9EBD5C}" destId="{C37EDDD1-7C70-446E-A3EC-52D15EA913D6}" srcOrd="0" destOrd="0" parTransId="{CAFDC4EA-0D38-4BDD-B2D3-8035D4E59784}" sibTransId="{FEFD641A-AAB3-485B-9334-4F7D852A5FFB}"/>
    <dgm:cxn modelId="{7C52725F-A940-408D-87DB-06CF7FAD3863}" type="presOf" srcId="{6DD5D5BC-F355-4684-AC79-E23ACF9A5F7A}" destId="{819D1B8A-62FE-4AB3-A490-FE13295E8786}" srcOrd="0" destOrd="0" presId="urn:microsoft.com/office/officeart/2005/8/layout/cycle8"/>
    <dgm:cxn modelId="{C9C4D942-BFFA-4824-93D6-DA323A973BDB}" srcId="{154EBDA5-641A-479C-9665-B8E04F9EBD5C}" destId="{6DD5D5BC-F355-4684-AC79-E23ACF9A5F7A}" srcOrd="2" destOrd="0" parTransId="{5FD8C166-7E6B-4DBF-8751-E38F090ED683}" sibTransId="{F5E4FEA8-20DE-4B9A-ABCA-478CCFCCF1B7}"/>
    <dgm:cxn modelId="{218E7C57-4B0D-43C1-805D-4915551BB346}" type="presOf" srcId="{C37EDDD1-7C70-446E-A3EC-52D15EA913D6}" destId="{9C3F19D5-C877-42BE-8325-8B1F9675FA99}" srcOrd="0" destOrd="0" presId="urn:microsoft.com/office/officeart/2005/8/layout/cycle8"/>
    <dgm:cxn modelId="{17E30C84-30F8-477A-8FB0-7A0DB352E34B}" type="presOf" srcId="{154EBDA5-641A-479C-9665-B8E04F9EBD5C}" destId="{325D2BBC-9F3E-46BE-A98C-EF29622C8C65}" srcOrd="0" destOrd="0" presId="urn:microsoft.com/office/officeart/2005/8/layout/cycle8"/>
    <dgm:cxn modelId="{0C8A459D-20B8-4A3A-A908-357294A446F0}" type="presOf" srcId="{A3CE89F4-821F-4C41-8B81-3BF373869570}" destId="{84A410B4-BA7D-4A5F-B745-6207A3C4503E}" srcOrd="1" destOrd="0" presId="urn:microsoft.com/office/officeart/2005/8/layout/cycle8"/>
    <dgm:cxn modelId="{F12FF7D7-CB46-462B-9BBB-635211BD58E6}" type="presOf" srcId="{C37EDDD1-7C70-446E-A3EC-52D15EA913D6}" destId="{7E9B4F77-3EA5-4412-9EE1-6A92935E397E}" srcOrd="1" destOrd="0" presId="urn:microsoft.com/office/officeart/2005/8/layout/cycle8"/>
    <dgm:cxn modelId="{6F6659E2-AABA-4779-B5A1-206345C7B48D}" type="presOf" srcId="{A3CE89F4-821F-4C41-8B81-3BF373869570}" destId="{6386B393-05DB-4DA6-9ADB-3CC04B364ADD}" srcOrd="0" destOrd="0" presId="urn:microsoft.com/office/officeart/2005/8/layout/cycle8"/>
    <dgm:cxn modelId="{7ECA1EFB-A7EA-4480-A554-320B457F6D7E}" type="presOf" srcId="{6DD5D5BC-F355-4684-AC79-E23ACF9A5F7A}" destId="{192AFC03-9E72-470B-B937-032115971B58}" srcOrd="1" destOrd="0" presId="urn:microsoft.com/office/officeart/2005/8/layout/cycle8"/>
    <dgm:cxn modelId="{F5A91DCF-9BFC-47C6-B4FB-DD5F4CA086F9}" type="presParOf" srcId="{325D2BBC-9F3E-46BE-A98C-EF29622C8C65}" destId="{9C3F19D5-C877-42BE-8325-8B1F9675FA99}" srcOrd="0" destOrd="0" presId="urn:microsoft.com/office/officeart/2005/8/layout/cycle8"/>
    <dgm:cxn modelId="{F8DA0710-1CD9-478F-915C-ED745FC0B213}" type="presParOf" srcId="{325D2BBC-9F3E-46BE-A98C-EF29622C8C65}" destId="{932D413B-731F-4B06-8CDC-9AAF000B2E16}" srcOrd="1" destOrd="0" presId="urn:microsoft.com/office/officeart/2005/8/layout/cycle8"/>
    <dgm:cxn modelId="{14B50E18-BFB6-485B-A14A-4A7555C81E0B}" type="presParOf" srcId="{325D2BBC-9F3E-46BE-A98C-EF29622C8C65}" destId="{21AEE178-981F-4FCB-891A-097C551E70E6}" srcOrd="2" destOrd="0" presId="urn:microsoft.com/office/officeart/2005/8/layout/cycle8"/>
    <dgm:cxn modelId="{996B4261-AAD6-4152-AD49-819D424EDB1C}" type="presParOf" srcId="{325D2BBC-9F3E-46BE-A98C-EF29622C8C65}" destId="{7E9B4F77-3EA5-4412-9EE1-6A92935E397E}" srcOrd="3" destOrd="0" presId="urn:microsoft.com/office/officeart/2005/8/layout/cycle8"/>
    <dgm:cxn modelId="{5D567861-544A-4665-B3D1-C7E1E9E8ACCC}" type="presParOf" srcId="{325D2BBC-9F3E-46BE-A98C-EF29622C8C65}" destId="{6386B393-05DB-4DA6-9ADB-3CC04B364ADD}" srcOrd="4" destOrd="0" presId="urn:microsoft.com/office/officeart/2005/8/layout/cycle8"/>
    <dgm:cxn modelId="{55F8F156-C443-4070-8D9A-E639C111451A}" type="presParOf" srcId="{325D2BBC-9F3E-46BE-A98C-EF29622C8C65}" destId="{620198FD-F3CE-4683-A175-B3646DDF78A4}" srcOrd="5" destOrd="0" presId="urn:microsoft.com/office/officeart/2005/8/layout/cycle8"/>
    <dgm:cxn modelId="{6B8FC8B8-9E0F-4DF8-97C1-1C227F3F13B9}" type="presParOf" srcId="{325D2BBC-9F3E-46BE-A98C-EF29622C8C65}" destId="{07D294B5-2CCF-4D50-8FF5-FBD9506B0DF7}" srcOrd="6" destOrd="0" presId="urn:microsoft.com/office/officeart/2005/8/layout/cycle8"/>
    <dgm:cxn modelId="{525CDE45-3F29-44C0-BAA0-434EE8A80EC4}" type="presParOf" srcId="{325D2BBC-9F3E-46BE-A98C-EF29622C8C65}" destId="{84A410B4-BA7D-4A5F-B745-6207A3C4503E}" srcOrd="7" destOrd="0" presId="urn:microsoft.com/office/officeart/2005/8/layout/cycle8"/>
    <dgm:cxn modelId="{88C36F98-A487-4B86-9336-643BB700EC1C}" type="presParOf" srcId="{325D2BBC-9F3E-46BE-A98C-EF29622C8C65}" destId="{819D1B8A-62FE-4AB3-A490-FE13295E8786}" srcOrd="8" destOrd="0" presId="urn:microsoft.com/office/officeart/2005/8/layout/cycle8"/>
    <dgm:cxn modelId="{FDE4947D-A7A6-4CC6-968A-1D4DCAD50185}" type="presParOf" srcId="{325D2BBC-9F3E-46BE-A98C-EF29622C8C65}" destId="{420D1A39-CE50-40CF-AB14-C8A70B467C9C}" srcOrd="9" destOrd="0" presId="urn:microsoft.com/office/officeart/2005/8/layout/cycle8"/>
    <dgm:cxn modelId="{D981FAF3-3957-40A8-A307-98FF17E32504}" type="presParOf" srcId="{325D2BBC-9F3E-46BE-A98C-EF29622C8C65}" destId="{F8D27D88-D5F2-41C8-ADC5-600F6FFE75C7}" srcOrd="10" destOrd="0" presId="urn:microsoft.com/office/officeart/2005/8/layout/cycle8"/>
    <dgm:cxn modelId="{41D88FC2-8E55-4170-9F9E-788998BB5A8D}" type="presParOf" srcId="{325D2BBC-9F3E-46BE-A98C-EF29622C8C65}" destId="{192AFC03-9E72-470B-B937-032115971B58}" srcOrd="11" destOrd="0" presId="urn:microsoft.com/office/officeart/2005/8/layout/cycle8"/>
    <dgm:cxn modelId="{FD8C0FAB-0C67-43B3-805E-024B606407A6}" type="presParOf" srcId="{325D2BBC-9F3E-46BE-A98C-EF29622C8C65}" destId="{310A7488-BBF6-4371-A19C-E04943D1212B}" srcOrd="12" destOrd="0" presId="urn:microsoft.com/office/officeart/2005/8/layout/cycle8"/>
    <dgm:cxn modelId="{03505FC9-70FB-48AB-A668-C8528171A473}" type="presParOf" srcId="{325D2BBC-9F3E-46BE-A98C-EF29622C8C65}" destId="{DC4AED9F-4D29-4FAA-9777-415C7486FD73}" srcOrd="13" destOrd="0" presId="urn:microsoft.com/office/officeart/2005/8/layout/cycle8"/>
    <dgm:cxn modelId="{59ADFEFE-2C84-4EA5-A86A-BF4F3A0027CB}" type="presParOf" srcId="{325D2BBC-9F3E-46BE-A98C-EF29622C8C65}" destId="{99EA2C14-C5C5-4493-A65E-F1B81C38759D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A69ED5-41AD-4CA2-8810-3059C29C1699}" type="doc">
      <dgm:prSet loTypeId="urn:microsoft.com/office/officeart/2005/8/layout/default" loCatId="list" qsTypeId="urn:microsoft.com/office/officeart/2005/8/quickstyle/simple5" qsCatId="simple" csTypeId="urn:microsoft.com/office/officeart/2005/8/colors/accent1_4" csCatId="accent1" phldr="1"/>
      <dgm:spPr/>
      <dgm:t>
        <a:bodyPr/>
        <a:lstStyle/>
        <a:p>
          <a:endParaRPr lang="en-GB"/>
        </a:p>
      </dgm:t>
    </dgm:pt>
    <dgm:pt modelId="{E9F87927-12D1-4FDF-B7F6-F8F9B262E348}">
      <dgm:prSet phldrT="[Text]" phldr="0" custT="1"/>
      <dgm:spPr/>
      <dgm:t>
        <a:bodyPr/>
        <a:lstStyle/>
        <a:p>
          <a:r>
            <a:rPr lang="en-GB" sz="1200" dirty="0"/>
            <a:t>SALES</a:t>
          </a:r>
        </a:p>
        <a:p>
          <a:r>
            <a:rPr lang="en-GB" sz="1000" i="1" dirty="0"/>
            <a:t>Hyper-personalized recommendations &amp; predictive lead scoring</a:t>
          </a:r>
          <a:r>
            <a:rPr lang="en-GB" sz="1000" dirty="0"/>
            <a:t> </a:t>
          </a:r>
        </a:p>
      </dgm:t>
    </dgm:pt>
    <dgm:pt modelId="{94E98A76-7DC6-4994-8039-85884F494E98}" type="parTrans" cxnId="{29C6D638-B61F-4630-898A-513EA4096C26}">
      <dgm:prSet/>
      <dgm:spPr/>
      <dgm:t>
        <a:bodyPr/>
        <a:lstStyle/>
        <a:p>
          <a:endParaRPr lang="en-GB" sz="1000"/>
        </a:p>
      </dgm:t>
    </dgm:pt>
    <dgm:pt modelId="{B150830B-1CE0-435E-80D0-F0F8187EC7EA}" type="sibTrans" cxnId="{29C6D638-B61F-4630-898A-513EA4096C26}">
      <dgm:prSet/>
      <dgm:spPr/>
      <dgm:t>
        <a:bodyPr/>
        <a:lstStyle/>
        <a:p>
          <a:endParaRPr lang="en-GB" sz="1000"/>
        </a:p>
      </dgm:t>
    </dgm:pt>
    <dgm:pt modelId="{B5E752B3-161A-4D0D-BF95-FE1A799BF028}">
      <dgm:prSet phldrT="[Text]" phldr="0" custT="1"/>
      <dgm:spPr/>
      <dgm:t>
        <a:bodyPr/>
        <a:lstStyle/>
        <a:p>
          <a:r>
            <a:rPr lang="en-GB" sz="1200" dirty="0"/>
            <a:t>SUPPLY CHAIN</a:t>
          </a:r>
        </a:p>
        <a:p>
          <a:r>
            <a:rPr lang="en-GB" sz="1000" i="1" dirty="0"/>
            <a:t>Integrate customer insights to ensure production aligns with forecasted demand</a:t>
          </a:r>
        </a:p>
      </dgm:t>
    </dgm:pt>
    <dgm:pt modelId="{F65E3DAE-4F3A-4E55-87D2-747E8CEE7074}" type="parTrans" cxnId="{38CE34A4-FBF8-4135-BEA8-250D0CDA6DC0}">
      <dgm:prSet/>
      <dgm:spPr/>
      <dgm:t>
        <a:bodyPr/>
        <a:lstStyle/>
        <a:p>
          <a:endParaRPr lang="en-GB" sz="1000"/>
        </a:p>
      </dgm:t>
    </dgm:pt>
    <dgm:pt modelId="{BE3000E9-3D53-4B41-978D-23A22A106EFD}" type="sibTrans" cxnId="{38CE34A4-FBF8-4135-BEA8-250D0CDA6DC0}">
      <dgm:prSet/>
      <dgm:spPr/>
      <dgm:t>
        <a:bodyPr/>
        <a:lstStyle/>
        <a:p>
          <a:endParaRPr lang="en-GB" sz="1000"/>
        </a:p>
      </dgm:t>
    </dgm:pt>
    <dgm:pt modelId="{9E3FE958-3877-4E30-958F-F37049F325D5}">
      <dgm:prSet phldrT="[Text]" phldr="0" custT="1"/>
      <dgm:spPr/>
      <dgm:t>
        <a:bodyPr/>
        <a:lstStyle/>
        <a:p>
          <a:r>
            <a:rPr lang="en-GB" sz="1200" dirty="0"/>
            <a:t>FINANCE</a:t>
          </a:r>
        </a:p>
        <a:p>
          <a:r>
            <a:rPr lang="en-GB" sz="1000" i="1" dirty="0"/>
            <a:t>Digital advisors analyse investment data, assess risks &amp; offer customized financial guidance</a:t>
          </a:r>
        </a:p>
      </dgm:t>
    </dgm:pt>
    <dgm:pt modelId="{0B72720D-E5D2-4FEA-9F0A-B13E2EDF5DDE}" type="parTrans" cxnId="{040E6989-ABEF-403F-9137-56B0D1C63869}">
      <dgm:prSet/>
      <dgm:spPr/>
      <dgm:t>
        <a:bodyPr/>
        <a:lstStyle/>
        <a:p>
          <a:endParaRPr lang="en-GB" sz="1000"/>
        </a:p>
      </dgm:t>
    </dgm:pt>
    <dgm:pt modelId="{ADDB4646-7CAE-4B21-9EDF-C5CE02B233CD}" type="sibTrans" cxnId="{040E6989-ABEF-403F-9137-56B0D1C63869}">
      <dgm:prSet/>
      <dgm:spPr/>
      <dgm:t>
        <a:bodyPr/>
        <a:lstStyle/>
        <a:p>
          <a:endParaRPr lang="en-GB" sz="1000"/>
        </a:p>
      </dgm:t>
    </dgm:pt>
    <dgm:pt modelId="{C40B84BB-AE16-4F62-A52A-150788074208}">
      <dgm:prSet phldrT="[Text]" phldr="0" custT="1"/>
      <dgm:spPr/>
      <dgm:t>
        <a:bodyPr/>
        <a:lstStyle/>
        <a:p>
          <a:r>
            <a:rPr lang="en-GB" sz="1200" dirty="0"/>
            <a:t>GOVERNMENTS</a:t>
          </a:r>
        </a:p>
        <a:p>
          <a:r>
            <a:rPr lang="en-GB" sz="1000" i="1" dirty="0"/>
            <a:t>Logistics, defence, public planning</a:t>
          </a:r>
        </a:p>
      </dgm:t>
    </dgm:pt>
    <dgm:pt modelId="{89EB3F0D-E768-4AB8-A114-8D9269B822E7}" type="parTrans" cxnId="{4D54053D-0EFE-42A7-8D94-61D3401A32E5}">
      <dgm:prSet/>
      <dgm:spPr/>
      <dgm:t>
        <a:bodyPr/>
        <a:lstStyle/>
        <a:p>
          <a:endParaRPr lang="en-GB" sz="1000"/>
        </a:p>
      </dgm:t>
    </dgm:pt>
    <dgm:pt modelId="{FBA6D1F8-26C3-442F-BA36-0F61F2BCFAF5}" type="sibTrans" cxnId="{4D54053D-0EFE-42A7-8D94-61D3401A32E5}">
      <dgm:prSet/>
      <dgm:spPr/>
      <dgm:t>
        <a:bodyPr/>
        <a:lstStyle/>
        <a:p>
          <a:endParaRPr lang="en-GB" sz="1000"/>
        </a:p>
      </dgm:t>
    </dgm:pt>
    <dgm:pt modelId="{9ACF749E-1DB9-4F03-BF67-B558B4F3CAF4}">
      <dgm:prSet phldrT="[Text]" phldr="0" custT="1"/>
      <dgm:spPr/>
      <dgm:t>
        <a:bodyPr/>
        <a:lstStyle/>
        <a:p>
          <a:r>
            <a:rPr lang="en-GB" sz="1200" dirty="0"/>
            <a:t>TELEHEALTH</a:t>
          </a:r>
        </a:p>
        <a:p>
          <a:r>
            <a:rPr lang="en-GB" sz="1000" i="1" dirty="0"/>
            <a:t>Track patient history, symptoms &amp; real-time vital signs</a:t>
          </a:r>
        </a:p>
      </dgm:t>
    </dgm:pt>
    <dgm:pt modelId="{6715ABC8-C122-425A-B0C7-A4E0148F9614}" type="parTrans" cxnId="{9E2E239C-AEEF-4630-A9C6-691C1B2298A4}">
      <dgm:prSet/>
      <dgm:spPr/>
      <dgm:t>
        <a:bodyPr/>
        <a:lstStyle/>
        <a:p>
          <a:endParaRPr lang="en-GB" sz="1000"/>
        </a:p>
      </dgm:t>
    </dgm:pt>
    <dgm:pt modelId="{BDAD7B7D-C9F8-43CB-BDC6-F5B4B207A5A5}" type="sibTrans" cxnId="{9E2E239C-AEEF-4630-A9C6-691C1B2298A4}">
      <dgm:prSet/>
      <dgm:spPr/>
      <dgm:t>
        <a:bodyPr/>
        <a:lstStyle/>
        <a:p>
          <a:endParaRPr lang="en-GB" sz="1000"/>
        </a:p>
      </dgm:t>
    </dgm:pt>
    <dgm:pt modelId="{89B5F20B-693F-4B4C-A083-BBF992AAC9A0}">
      <dgm:prSet custT="1"/>
      <dgm:spPr/>
      <dgm:t>
        <a:bodyPr/>
        <a:lstStyle/>
        <a:p>
          <a:r>
            <a:rPr lang="en-GB" sz="1200" dirty="0"/>
            <a:t>ACADEMIA</a:t>
          </a:r>
        </a:p>
        <a:p>
          <a:r>
            <a:rPr lang="en-GB" sz="1000" i="1" dirty="0"/>
            <a:t>Virtual mentors to guide students through coursework and research</a:t>
          </a:r>
        </a:p>
      </dgm:t>
    </dgm:pt>
    <dgm:pt modelId="{AA19300B-AB6D-4B9A-90C3-E2DEC855E7E4}" type="parTrans" cxnId="{D2AF8BA5-03E9-4A23-B056-493B7E10E747}">
      <dgm:prSet/>
      <dgm:spPr/>
      <dgm:t>
        <a:bodyPr/>
        <a:lstStyle/>
        <a:p>
          <a:endParaRPr lang="en-GB" sz="1000"/>
        </a:p>
      </dgm:t>
    </dgm:pt>
    <dgm:pt modelId="{64C3768D-25B3-473C-9C75-FD3707918751}" type="sibTrans" cxnId="{D2AF8BA5-03E9-4A23-B056-493B7E10E747}">
      <dgm:prSet/>
      <dgm:spPr/>
      <dgm:t>
        <a:bodyPr/>
        <a:lstStyle/>
        <a:p>
          <a:endParaRPr lang="en-GB" sz="1000"/>
        </a:p>
      </dgm:t>
    </dgm:pt>
    <dgm:pt modelId="{EC7FACEA-C263-44BB-9A40-116569C302B1}" type="pres">
      <dgm:prSet presAssocID="{B4A69ED5-41AD-4CA2-8810-3059C29C1699}" presName="diagram" presStyleCnt="0">
        <dgm:presLayoutVars>
          <dgm:dir/>
          <dgm:resizeHandles val="exact"/>
        </dgm:presLayoutVars>
      </dgm:prSet>
      <dgm:spPr/>
    </dgm:pt>
    <dgm:pt modelId="{5E203E09-B179-4D55-9D92-7FB41A11BEAD}" type="pres">
      <dgm:prSet presAssocID="{E9F87927-12D1-4FDF-B7F6-F8F9B262E348}" presName="node" presStyleLbl="node1" presStyleIdx="0" presStyleCnt="6">
        <dgm:presLayoutVars>
          <dgm:bulletEnabled val="1"/>
        </dgm:presLayoutVars>
      </dgm:prSet>
      <dgm:spPr/>
    </dgm:pt>
    <dgm:pt modelId="{76755918-4A61-4AF2-BB62-A759CC9ED58C}" type="pres">
      <dgm:prSet presAssocID="{B150830B-1CE0-435E-80D0-F0F8187EC7EA}" presName="sibTrans" presStyleCnt="0"/>
      <dgm:spPr/>
    </dgm:pt>
    <dgm:pt modelId="{F186FBBD-CF3E-4DFF-BE0C-4A6B87C4E24D}" type="pres">
      <dgm:prSet presAssocID="{B5E752B3-161A-4D0D-BF95-FE1A799BF028}" presName="node" presStyleLbl="node1" presStyleIdx="1" presStyleCnt="6">
        <dgm:presLayoutVars>
          <dgm:bulletEnabled val="1"/>
        </dgm:presLayoutVars>
      </dgm:prSet>
      <dgm:spPr/>
    </dgm:pt>
    <dgm:pt modelId="{45A63261-DF43-4E03-89F8-F720A658286C}" type="pres">
      <dgm:prSet presAssocID="{BE3000E9-3D53-4B41-978D-23A22A106EFD}" presName="sibTrans" presStyleCnt="0"/>
      <dgm:spPr/>
    </dgm:pt>
    <dgm:pt modelId="{EE7DACD1-7415-4254-9259-C2C67F7D9A96}" type="pres">
      <dgm:prSet presAssocID="{9E3FE958-3877-4E30-958F-F37049F325D5}" presName="node" presStyleLbl="node1" presStyleIdx="2" presStyleCnt="6">
        <dgm:presLayoutVars>
          <dgm:bulletEnabled val="1"/>
        </dgm:presLayoutVars>
      </dgm:prSet>
      <dgm:spPr/>
    </dgm:pt>
    <dgm:pt modelId="{0C633758-72CD-4631-9D14-26B278E402E6}" type="pres">
      <dgm:prSet presAssocID="{ADDB4646-7CAE-4B21-9EDF-C5CE02B233CD}" presName="sibTrans" presStyleCnt="0"/>
      <dgm:spPr/>
    </dgm:pt>
    <dgm:pt modelId="{CEB01548-B4E2-4957-A649-8A772A2678D1}" type="pres">
      <dgm:prSet presAssocID="{C40B84BB-AE16-4F62-A52A-150788074208}" presName="node" presStyleLbl="node1" presStyleIdx="3" presStyleCnt="6">
        <dgm:presLayoutVars>
          <dgm:bulletEnabled val="1"/>
        </dgm:presLayoutVars>
      </dgm:prSet>
      <dgm:spPr/>
    </dgm:pt>
    <dgm:pt modelId="{257FE0F2-67BE-4CB4-B1AC-3E59870353E6}" type="pres">
      <dgm:prSet presAssocID="{FBA6D1F8-26C3-442F-BA36-0F61F2BCFAF5}" presName="sibTrans" presStyleCnt="0"/>
      <dgm:spPr/>
    </dgm:pt>
    <dgm:pt modelId="{B835DF6C-7655-4E4F-8A6B-BFA2EF91A79B}" type="pres">
      <dgm:prSet presAssocID="{9ACF749E-1DB9-4F03-BF67-B558B4F3CAF4}" presName="node" presStyleLbl="node1" presStyleIdx="4" presStyleCnt="6">
        <dgm:presLayoutVars>
          <dgm:bulletEnabled val="1"/>
        </dgm:presLayoutVars>
      </dgm:prSet>
      <dgm:spPr/>
    </dgm:pt>
    <dgm:pt modelId="{BD6D28EB-A238-4A96-A638-E78207B38DFA}" type="pres">
      <dgm:prSet presAssocID="{BDAD7B7D-C9F8-43CB-BDC6-F5B4B207A5A5}" presName="sibTrans" presStyleCnt="0"/>
      <dgm:spPr/>
    </dgm:pt>
    <dgm:pt modelId="{F7EAF17F-AFF0-48C3-B0BD-59EDA0A3A3A8}" type="pres">
      <dgm:prSet presAssocID="{89B5F20B-693F-4B4C-A083-BBF992AAC9A0}" presName="node" presStyleLbl="node1" presStyleIdx="5" presStyleCnt="6">
        <dgm:presLayoutVars>
          <dgm:bulletEnabled val="1"/>
        </dgm:presLayoutVars>
      </dgm:prSet>
      <dgm:spPr/>
    </dgm:pt>
  </dgm:ptLst>
  <dgm:cxnLst>
    <dgm:cxn modelId="{A801A52D-473D-43EC-A934-4E49E003D7DE}" type="presOf" srcId="{89B5F20B-693F-4B4C-A083-BBF992AAC9A0}" destId="{F7EAF17F-AFF0-48C3-B0BD-59EDA0A3A3A8}" srcOrd="0" destOrd="0" presId="urn:microsoft.com/office/officeart/2005/8/layout/default"/>
    <dgm:cxn modelId="{29C6D638-B61F-4630-898A-513EA4096C26}" srcId="{B4A69ED5-41AD-4CA2-8810-3059C29C1699}" destId="{E9F87927-12D1-4FDF-B7F6-F8F9B262E348}" srcOrd="0" destOrd="0" parTransId="{94E98A76-7DC6-4994-8039-85884F494E98}" sibTransId="{B150830B-1CE0-435E-80D0-F0F8187EC7EA}"/>
    <dgm:cxn modelId="{4D54053D-0EFE-42A7-8D94-61D3401A32E5}" srcId="{B4A69ED5-41AD-4CA2-8810-3059C29C1699}" destId="{C40B84BB-AE16-4F62-A52A-150788074208}" srcOrd="3" destOrd="0" parTransId="{89EB3F0D-E768-4AB8-A114-8D9269B822E7}" sibTransId="{FBA6D1F8-26C3-442F-BA36-0F61F2BCFAF5}"/>
    <dgm:cxn modelId="{F99E775F-2E23-4125-9370-D8D7984A4E9E}" type="presOf" srcId="{9E3FE958-3877-4E30-958F-F37049F325D5}" destId="{EE7DACD1-7415-4254-9259-C2C67F7D9A96}" srcOrd="0" destOrd="0" presId="urn:microsoft.com/office/officeart/2005/8/layout/default"/>
    <dgm:cxn modelId="{8154006E-A1F8-48E9-909F-270F063C57C2}" type="presOf" srcId="{E9F87927-12D1-4FDF-B7F6-F8F9B262E348}" destId="{5E203E09-B179-4D55-9D92-7FB41A11BEAD}" srcOrd="0" destOrd="0" presId="urn:microsoft.com/office/officeart/2005/8/layout/default"/>
    <dgm:cxn modelId="{040E6989-ABEF-403F-9137-56B0D1C63869}" srcId="{B4A69ED5-41AD-4CA2-8810-3059C29C1699}" destId="{9E3FE958-3877-4E30-958F-F37049F325D5}" srcOrd="2" destOrd="0" parTransId="{0B72720D-E5D2-4FEA-9F0A-B13E2EDF5DDE}" sibTransId="{ADDB4646-7CAE-4B21-9EDF-C5CE02B233CD}"/>
    <dgm:cxn modelId="{9E2E239C-AEEF-4630-A9C6-691C1B2298A4}" srcId="{B4A69ED5-41AD-4CA2-8810-3059C29C1699}" destId="{9ACF749E-1DB9-4F03-BF67-B558B4F3CAF4}" srcOrd="4" destOrd="0" parTransId="{6715ABC8-C122-425A-B0C7-A4E0148F9614}" sibTransId="{BDAD7B7D-C9F8-43CB-BDC6-F5B4B207A5A5}"/>
    <dgm:cxn modelId="{38CE34A4-FBF8-4135-BEA8-250D0CDA6DC0}" srcId="{B4A69ED5-41AD-4CA2-8810-3059C29C1699}" destId="{B5E752B3-161A-4D0D-BF95-FE1A799BF028}" srcOrd="1" destOrd="0" parTransId="{F65E3DAE-4F3A-4E55-87D2-747E8CEE7074}" sibTransId="{BE3000E9-3D53-4B41-978D-23A22A106EFD}"/>
    <dgm:cxn modelId="{D2AF8BA5-03E9-4A23-B056-493B7E10E747}" srcId="{B4A69ED5-41AD-4CA2-8810-3059C29C1699}" destId="{89B5F20B-693F-4B4C-A083-BBF992AAC9A0}" srcOrd="5" destOrd="0" parTransId="{AA19300B-AB6D-4B9A-90C3-E2DEC855E7E4}" sibTransId="{64C3768D-25B3-473C-9C75-FD3707918751}"/>
    <dgm:cxn modelId="{665083C9-02F7-49AB-B0F5-CCF8065AB389}" type="presOf" srcId="{C40B84BB-AE16-4F62-A52A-150788074208}" destId="{CEB01548-B4E2-4957-A649-8A772A2678D1}" srcOrd="0" destOrd="0" presId="urn:microsoft.com/office/officeart/2005/8/layout/default"/>
    <dgm:cxn modelId="{4E90A8ED-CBBF-4630-8ADF-5CD0A9B0974C}" type="presOf" srcId="{B4A69ED5-41AD-4CA2-8810-3059C29C1699}" destId="{EC7FACEA-C263-44BB-9A40-116569C302B1}" srcOrd="0" destOrd="0" presId="urn:microsoft.com/office/officeart/2005/8/layout/default"/>
    <dgm:cxn modelId="{7E15C7ED-A3E7-423C-8154-ED123C1CFC63}" type="presOf" srcId="{B5E752B3-161A-4D0D-BF95-FE1A799BF028}" destId="{F186FBBD-CF3E-4DFF-BE0C-4A6B87C4E24D}" srcOrd="0" destOrd="0" presId="urn:microsoft.com/office/officeart/2005/8/layout/default"/>
    <dgm:cxn modelId="{A5D620F9-5271-48DA-B08C-8486B57D43B4}" type="presOf" srcId="{9ACF749E-1DB9-4F03-BF67-B558B4F3CAF4}" destId="{B835DF6C-7655-4E4F-8A6B-BFA2EF91A79B}" srcOrd="0" destOrd="0" presId="urn:microsoft.com/office/officeart/2005/8/layout/default"/>
    <dgm:cxn modelId="{BFA645BC-6712-4EB0-B5E0-DF39BE01E6F5}" type="presParOf" srcId="{EC7FACEA-C263-44BB-9A40-116569C302B1}" destId="{5E203E09-B179-4D55-9D92-7FB41A11BEAD}" srcOrd="0" destOrd="0" presId="urn:microsoft.com/office/officeart/2005/8/layout/default"/>
    <dgm:cxn modelId="{ABB96D2D-6D2A-4F89-AEE7-55C1AADFC1AC}" type="presParOf" srcId="{EC7FACEA-C263-44BB-9A40-116569C302B1}" destId="{76755918-4A61-4AF2-BB62-A759CC9ED58C}" srcOrd="1" destOrd="0" presId="urn:microsoft.com/office/officeart/2005/8/layout/default"/>
    <dgm:cxn modelId="{D26A449F-2F8D-4078-8359-1C466E53F87F}" type="presParOf" srcId="{EC7FACEA-C263-44BB-9A40-116569C302B1}" destId="{F186FBBD-CF3E-4DFF-BE0C-4A6B87C4E24D}" srcOrd="2" destOrd="0" presId="urn:microsoft.com/office/officeart/2005/8/layout/default"/>
    <dgm:cxn modelId="{15BA50E7-A723-4D1F-8871-1098A6CCB3CF}" type="presParOf" srcId="{EC7FACEA-C263-44BB-9A40-116569C302B1}" destId="{45A63261-DF43-4E03-89F8-F720A658286C}" srcOrd="3" destOrd="0" presId="urn:microsoft.com/office/officeart/2005/8/layout/default"/>
    <dgm:cxn modelId="{357C2FF5-7AB8-4573-86CD-E40C70EDAC5E}" type="presParOf" srcId="{EC7FACEA-C263-44BB-9A40-116569C302B1}" destId="{EE7DACD1-7415-4254-9259-C2C67F7D9A96}" srcOrd="4" destOrd="0" presId="urn:microsoft.com/office/officeart/2005/8/layout/default"/>
    <dgm:cxn modelId="{D5B29589-1C6A-4741-8D55-6B4A6129D965}" type="presParOf" srcId="{EC7FACEA-C263-44BB-9A40-116569C302B1}" destId="{0C633758-72CD-4631-9D14-26B278E402E6}" srcOrd="5" destOrd="0" presId="urn:microsoft.com/office/officeart/2005/8/layout/default"/>
    <dgm:cxn modelId="{31F8DC17-CC16-4FE8-A7F5-0568421C11A9}" type="presParOf" srcId="{EC7FACEA-C263-44BB-9A40-116569C302B1}" destId="{CEB01548-B4E2-4957-A649-8A772A2678D1}" srcOrd="6" destOrd="0" presId="urn:microsoft.com/office/officeart/2005/8/layout/default"/>
    <dgm:cxn modelId="{9C002378-2BB4-4964-8E72-03703CED820E}" type="presParOf" srcId="{EC7FACEA-C263-44BB-9A40-116569C302B1}" destId="{257FE0F2-67BE-4CB4-B1AC-3E59870353E6}" srcOrd="7" destOrd="0" presId="urn:microsoft.com/office/officeart/2005/8/layout/default"/>
    <dgm:cxn modelId="{49A73136-E062-4C3F-BE86-89E4662F069F}" type="presParOf" srcId="{EC7FACEA-C263-44BB-9A40-116569C302B1}" destId="{B835DF6C-7655-4E4F-8A6B-BFA2EF91A79B}" srcOrd="8" destOrd="0" presId="urn:microsoft.com/office/officeart/2005/8/layout/default"/>
    <dgm:cxn modelId="{92624A29-8770-4058-A819-710218B613F7}" type="presParOf" srcId="{EC7FACEA-C263-44BB-9A40-116569C302B1}" destId="{BD6D28EB-A238-4A96-A638-E78207B38DFA}" srcOrd="9" destOrd="0" presId="urn:microsoft.com/office/officeart/2005/8/layout/default"/>
    <dgm:cxn modelId="{D42F2F6B-E23B-4479-8BC7-0A93BFA68469}" type="presParOf" srcId="{EC7FACEA-C263-44BB-9A40-116569C302B1}" destId="{F7EAF17F-AFF0-48C3-B0BD-59EDA0A3A3A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54832F0-E4BC-4AC3-AB74-F8683544C27F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18DB4EE2-6A8B-4BE9-AD52-122035C871B6}">
      <dgm:prSet phldrT="[Text]" phldr="0" custT="1"/>
      <dgm:spPr/>
      <dgm:t>
        <a:bodyPr/>
        <a:lstStyle/>
        <a:p>
          <a:r>
            <a:rPr lang="en-GB" sz="1000" dirty="0"/>
            <a:t>DESCRIPTIVE ANALYTICS</a:t>
          </a:r>
        </a:p>
      </dgm:t>
    </dgm:pt>
    <dgm:pt modelId="{74716CE6-775F-434C-903D-02AEDE24A385}" type="parTrans" cxnId="{CE265BB4-EE84-4BDB-86A7-9F8405708E12}">
      <dgm:prSet/>
      <dgm:spPr/>
      <dgm:t>
        <a:bodyPr/>
        <a:lstStyle/>
        <a:p>
          <a:endParaRPr lang="en-GB"/>
        </a:p>
      </dgm:t>
    </dgm:pt>
    <dgm:pt modelId="{C5E4F014-01E1-47A0-8418-5559B15304CD}" type="sibTrans" cxnId="{CE265BB4-EE84-4BDB-86A7-9F8405708E12}">
      <dgm:prSet/>
      <dgm:spPr/>
      <dgm:t>
        <a:bodyPr/>
        <a:lstStyle/>
        <a:p>
          <a:endParaRPr lang="en-GB"/>
        </a:p>
      </dgm:t>
    </dgm:pt>
    <dgm:pt modelId="{73203388-D1D1-489E-B193-F2EA64C032F2}">
      <dgm:prSet phldrT="[Text]" phldr="0" custT="1"/>
      <dgm:spPr/>
      <dgm:t>
        <a:bodyPr/>
        <a:lstStyle/>
        <a:p>
          <a:r>
            <a:rPr lang="en-GB" sz="1000" dirty="0"/>
            <a:t>PREDICTIVE ANALYTICS</a:t>
          </a:r>
        </a:p>
      </dgm:t>
    </dgm:pt>
    <dgm:pt modelId="{0C0010C7-F50B-4669-BA82-1E0A1A5310A2}" type="parTrans" cxnId="{25C79888-290F-4B9C-8D14-EC64726D9914}">
      <dgm:prSet/>
      <dgm:spPr/>
      <dgm:t>
        <a:bodyPr/>
        <a:lstStyle/>
        <a:p>
          <a:endParaRPr lang="en-GB"/>
        </a:p>
      </dgm:t>
    </dgm:pt>
    <dgm:pt modelId="{DD52F5E0-794D-4B8E-8ADB-958F9A096DB9}" type="sibTrans" cxnId="{25C79888-290F-4B9C-8D14-EC64726D9914}">
      <dgm:prSet/>
      <dgm:spPr/>
      <dgm:t>
        <a:bodyPr/>
        <a:lstStyle/>
        <a:p>
          <a:endParaRPr lang="en-GB"/>
        </a:p>
      </dgm:t>
    </dgm:pt>
    <dgm:pt modelId="{65070A2E-F07B-4009-B87B-502063E2D430}">
      <dgm:prSet phldrT="[Text]" phldr="0"/>
      <dgm:spPr/>
      <dgm:t>
        <a:bodyPr/>
        <a:lstStyle/>
        <a:p>
          <a:r>
            <a:rPr lang="en-GB" dirty="0"/>
            <a:t>PRESCRIPTIVE ANALYTICS</a:t>
          </a:r>
        </a:p>
      </dgm:t>
    </dgm:pt>
    <dgm:pt modelId="{4D590331-BE82-4A3F-84FA-8E4D0F10B41B}" type="parTrans" cxnId="{F242C31A-A509-427F-8076-6C4244702144}">
      <dgm:prSet/>
      <dgm:spPr/>
      <dgm:t>
        <a:bodyPr/>
        <a:lstStyle/>
        <a:p>
          <a:endParaRPr lang="en-GB"/>
        </a:p>
      </dgm:t>
    </dgm:pt>
    <dgm:pt modelId="{A6788BB5-334A-4415-A781-15815A097BD1}" type="sibTrans" cxnId="{F242C31A-A509-427F-8076-6C4244702144}">
      <dgm:prSet/>
      <dgm:spPr/>
      <dgm:t>
        <a:bodyPr/>
        <a:lstStyle/>
        <a:p>
          <a:endParaRPr lang="en-GB"/>
        </a:p>
      </dgm:t>
    </dgm:pt>
    <dgm:pt modelId="{641E9109-6DFE-4F5A-9F83-033FACB262A3}">
      <dgm:prSet custT="1"/>
      <dgm:spPr/>
      <dgm:t>
        <a:bodyPr/>
        <a:lstStyle/>
        <a:p>
          <a:r>
            <a:rPr lang="en-GB" sz="900" i="1" dirty="0"/>
            <a:t>Understand what happened</a:t>
          </a:r>
        </a:p>
      </dgm:t>
    </dgm:pt>
    <dgm:pt modelId="{3C293E7E-216D-4102-9602-2F2B8195CCC0}" type="parTrans" cxnId="{A4AE3845-2764-4CB9-B6B3-3C420B689B69}">
      <dgm:prSet/>
      <dgm:spPr/>
      <dgm:t>
        <a:bodyPr/>
        <a:lstStyle/>
        <a:p>
          <a:endParaRPr lang="en-GB"/>
        </a:p>
      </dgm:t>
    </dgm:pt>
    <dgm:pt modelId="{2287FA27-5DC9-42A8-8AD7-40AE6083F1B8}" type="sibTrans" cxnId="{A4AE3845-2764-4CB9-B6B3-3C420B689B69}">
      <dgm:prSet/>
      <dgm:spPr/>
      <dgm:t>
        <a:bodyPr/>
        <a:lstStyle/>
        <a:p>
          <a:endParaRPr lang="en-GB"/>
        </a:p>
      </dgm:t>
    </dgm:pt>
    <dgm:pt modelId="{6C63AD35-790C-4BE7-AC9F-543926A470DE}">
      <dgm:prSet custT="1"/>
      <dgm:spPr/>
      <dgm:t>
        <a:bodyPr/>
        <a:lstStyle/>
        <a:p>
          <a:r>
            <a:rPr lang="en-GB" sz="900" i="1" dirty="0"/>
            <a:t>Forecast what might happen next</a:t>
          </a:r>
        </a:p>
      </dgm:t>
    </dgm:pt>
    <dgm:pt modelId="{7D5563E7-8CC1-4487-83F3-75212B6DF697}" type="parTrans" cxnId="{6076DD35-AFEE-4BF9-9D32-33D485E2835F}">
      <dgm:prSet/>
      <dgm:spPr/>
      <dgm:t>
        <a:bodyPr/>
        <a:lstStyle/>
        <a:p>
          <a:endParaRPr lang="en-GB"/>
        </a:p>
      </dgm:t>
    </dgm:pt>
    <dgm:pt modelId="{851E0FFF-1EF4-4948-BF2F-4643729A404A}" type="sibTrans" cxnId="{6076DD35-AFEE-4BF9-9D32-33D485E2835F}">
      <dgm:prSet/>
      <dgm:spPr/>
      <dgm:t>
        <a:bodyPr/>
        <a:lstStyle/>
        <a:p>
          <a:endParaRPr lang="en-GB"/>
        </a:p>
      </dgm:t>
    </dgm:pt>
    <dgm:pt modelId="{64D1C8EB-C0FE-432D-8A8F-AFEAB06FDA3C}">
      <dgm:prSet custT="1"/>
      <dgm:spPr/>
      <dgm:t>
        <a:bodyPr/>
        <a:lstStyle/>
        <a:p>
          <a:r>
            <a:rPr lang="en-GB" sz="900" i="1" dirty="0"/>
            <a:t>Suggest the best actions to take</a:t>
          </a:r>
        </a:p>
      </dgm:t>
    </dgm:pt>
    <dgm:pt modelId="{28906953-FE21-4842-A904-BF956CD821F6}" type="parTrans" cxnId="{806FAB62-A322-4F12-8F61-7933475F35AC}">
      <dgm:prSet/>
      <dgm:spPr/>
      <dgm:t>
        <a:bodyPr/>
        <a:lstStyle/>
        <a:p>
          <a:endParaRPr lang="en-GB"/>
        </a:p>
      </dgm:t>
    </dgm:pt>
    <dgm:pt modelId="{9AA07433-4B96-4999-BC26-82609E8452DA}" type="sibTrans" cxnId="{806FAB62-A322-4F12-8F61-7933475F35AC}">
      <dgm:prSet/>
      <dgm:spPr/>
      <dgm:t>
        <a:bodyPr/>
        <a:lstStyle/>
        <a:p>
          <a:endParaRPr lang="en-GB"/>
        </a:p>
      </dgm:t>
    </dgm:pt>
    <dgm:pt modelId="{BABD9AF9-9DD9-41CA-AC33-8DC61D3D81A3}" type="pres">
      <dgm:prSet presAssocID="{854832F0-E4BC-4AC3-AB74-F8683544C27F}" presName="linear" presStyleCnt="0">
        <dgm:presLayoutVars>
          <dgm:dir/>
          <dgm:animLvl val="lvl"/>
          <dgm:resizeHandles val="exact"/>
        </dgm:presLayoutVars>
      </dgm:prSet>
      <dgm:spPr/>
    </dgm:pt>
    <dgm:pt modelId="{49B5C9DF-D55F-4FDC-9853-71939CE185D9}" type="pres">
      <dgm:prSet presAssocID="{18DB4EE2-6A8B-4BE9-AD52-122035C871B6}" presName="parentLin" presStyleCnt="0"/>
      <dgm:spPr/>
    </dgm:pt>
    <dgm:pt modelId="{C2280F88-A3B8-4C69-B29E-5381E7E84ADD}" type="pres">
      <dgm:prSet presAssocID="{18DB4EE2-6A8B-4BE9-AD52-122035C871B6}" presName="parentLeftMargin" presStyleLbl="node1" presStyleIdx="0" presStyleCnt="3"/>
      <dgm:spPr/>
    </dgm:pt>
    <dgm:pt modelId="{5807C5A7-31C3-4ED9-9484-BCC59902C407}" type="pres">
      <dgm:prSet presAssocID="{18DB4EE2-6A8B-4BE9-AD52-122035C871B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CC6C3CC-BFB8-4CAB-A632-BED2F0748A5C}" type="pres">
      <dgm:prSet presAssocID="{18DB4EE2-6A8B-4BE9-AD52-122035C871B6}" presName="negativeSpace" presStyleCnt="0"/>
      <dgm:spPr/>
    </dgm:pt>
    <dgm:pt modelId="{0B8CD0DF-A42C-45AE-9E6C-4AF777648709}" type="pres">
      <dgm:prSet presAssocID="{18DB4EE2-6A8B-4BE9-AD52-122035C871B6}" presName="childText" presStyleLbl="conFgAcc1" presStyleIdx="0" presStyleCnt="3">
        <dgm:presLayoutVars>
          <dgm:bulletEnabled val="1"/>
        </dgm:presLayoutVars>
      </dgm:prSet>
      <dgm:spPr/>
    </dgm:pt>
    <dgm:pt modelId="{7CAD6267-0729-4DC8-B51F-3AFFB58309EE}" type="pres">
      <dgm:prSet presAssocID="{C5E4F014-01E1-47A0-8418-5559B15304CD}" presName="spaceBetweenRectangles" presStyleCnt="0"/>
      <dgm:spPr/>
    </dgm:pt>
    <dgm:pt modelId="{085B7224-1B87-4093-A3C6-7CBAF1592CA3}" type="pres">
      <dgm:prSet presAssocID="{73203388-D1D1-489E-B193-F2EA64C032F2}" presName="parentLin" presStyleCnt="0"/>
      <dgm:spPr/>
    </dgm:pt>
    <dgm:pt modelId="{E4B04297-2E4C-4F6C-8AA2-7A5B9DC2A195}" type="pres">
      <dgm:prSet presAssocID="{73203388-D1D1-489E-B193-F2EA64C032F2}" presName="parentLeftMargin" presStyleLbl="node1" presStyleIdx="0" presStyleCnt="3"/>
      <dgm:spPr/>
    </dgm:pt>
    <dgm:pt modelId="{AA79C17D-4CAA-448C-A7E3-C02DD46A4719}" type="pres">
      <dgm:prSet presAssocID="{73203388-D1D1-489E-B193-F2EA64C032F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10A041A-1E06-4D9A-A08B-A84DFF24B629}" type="pres">
      <dgm:prSet presAssocID="{73203388-D1D1-489E-B193-F2EA64C032F2}" presName="negativeSpace" presStyleCnt="0"/>
      <dgm:spPr/>
    </dgm:pt>
    <dgm:pt modelId="{40DED8E8-408C-48B7-AB11-24D64B54E8BF}" type="pres">
      <dgm:prSet presAssocID="{73203388-D1D1-489E-B193-F2EA64C032F2}" presName="childText" presStyleLbl="conFgAcc1" presStyleIdx="1" presStyleCnt="3">
        <dgm:presLayoutVars>
          <dgm:bulletEnabled val="1"/>
        </dgm:presLayoutVars>
      </dgm:prSet>
      <dgm:spPr/>
    </dgm:pt>
    <dgm:pt modelId="{692C41F9-2C3D-4331-99BA-B6976A56B343}" type="pres">
      <dgm:prSet presAssocID="{DD52F5E0-794D-4B8E-8ADB-958F9A096DB9}" presName="spaceBetweenRectangles" presStyleCnt="0"/>
      <dgm:spPr/>
    </dgm:pt>
    <dgm:pt modelId="{B540F4DB-DCA6-4FBC-B600-49123881BF19}" type="pres">
      <dgm:prSet presAssocID="{65070A2E-F07B-4009-B87B-502063E2D430}" presName="parentLin" presStyleCnt="0"/>
      <dgm:spPr/>
    </dgm:pt>
    <dgm:pt modelId="{21C4E0BE-C148-44DD-94D9-F63DC1D0BA37}" type="pres">
      <dgm:prSet presAssocID="{65070A2E-F07B-4009-B87B-502063E2D430}" presName="parentLeftMargin" presStyleLbl="node1" presStyleIdx="1" presStyleCnt="3"/>
      <dgm:spPr/>
    </dgm:pt>
    <dgm:pt modelId="{2DE1CAE9-4D53-47CD-BAED-73CACB467CBF}" type="pres">
      <dgm:prSet presAssocID="{65070A2E-F07B-4009-B87B-502063E2D43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CEFB9BB-B0E2-4F3D-86A5-89CB5D39FA76}" type="pres">
      <dgm:prSet presAssocID="{65070A2E-F07B-4009-B87B-502063E2D430}" presName="negativeSpace" presStyleCnt="0"/>
      <dgm:spPr/>
    </dgm:pt>
    <dgm:pt modelId="{7E43703A-3D36-4F51-9F7C-7844427D0852}" type="pres">
      <dgm:prSet presAssocID="{65070A2E-F07B-4009-B87B-502063E2D43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9FE7803-D24F-4C82-9DDA-3FBCA0E3917C}" type="presOf" srcId="{18DB4EE2-6A8B-4BE9-AD52-122035C871B6}" destId="{5807C5A7-31C3-4ED9-9484-BCC59902C407}" srcOrd="1" destOrd="0" presId="urn:microsoft.com/office/officeart/2005/8/layout/list1"/>
    <dgm:cxn modelId="{D6919A0A-5AB7-456A-8D2E-7D28BB9401AC}" type="presOf" srcId="{854832F0-E4BC-4AC3-AB74-F8683544C27F}" destId="{BABD9AF9-9DD9-41CA-AC33-8DC61D3D81A3}" srcOrd="0" destOrd="0" presId="urn:microsoft.com/office/officeart/2005/8/layout/list1"/>
    <dgm:cxn modelId="{F242C31A-A509-427F-8076-6C4244702144}" srcId="{854832F0-E4BC-4AC3-AB74-F8683544C27F}" destId="{65070A2E-F07B-4009-B87B-502063E2D430}" srcOrd="2" destOrd="0" parTransId="{4D590331-BE82-4A3F-84FA-8E4D0F10B41B}" sibTransId="{A6788BB5-334A-4415-A781-15815A097BD1}"/>
    <dgm:cxn modelId="{B0567833-1DF4-4966-8311-174639338884}" type="presOf" srcId="{65070A2E-F07B-4009-B87B-502063E2D430}" destId="{21C4E0BE-C148-44DD-94D9-F63DC1D0BA37}" srcOrd="0" destOrd="0" presId="urn:microsoft.com/office/officeart/2005/8/layout/list1"/>
    <dgm:cxn modelId="{6076DD35-AFEE-4BF9-9D32-33D485E2835F}" srcId="{73203388-D1D1-489E-B193-F2EA64C032F2}" destId="{6C63AD35-790C-4BE7-AC9F-543926A470DE}" srcOrd="0" destOrd="0" parTransId="{7D5563E7-8CC1-4487-83F3-75212B6DF697}" sibTransId="{851E0FFF-1EF4-4948-BF2F-4643729A404A}"/>
    <dgm:cxn modelId="{806FAB62-A322-4F12-8F61-7933475F35AC}" srcId="{65070A2E-F07B-4009-B87B-502063E2D430}" destId="{64D1C8EB-C0FE-432D-8A8F-AFEAB06FDA3C}" srcOrd="0" destOrd="0" parTransId="{28906953-FE21-4842-A904-BF956CD821F6}" sibTransId="{9AA07433-4B96-4999-BC26-82609E8452DA}"/>
    <dgm:cxn modelId="{FD700D64-9814-4417-B926-F96D23A7E278}" type="presOf" srcId="{73203388-D1D1-489E-B193-F2EA64C032F2}" destId="{E4B04297-2E4C-4F6C-8AA2-7A5B9DC2A195}" srcOrd="0" destOrd="0" presId="urn:microsoft.com/office/officeart/2005/8/layout/list1"/>
    <dgm:cxn modelId="{A4AE3845-2764-4CB9-B6B3-3C420B689B69}" srcId="{18DB4EE2-6A8B-4BE9-AD52-122035C871B6}" destId="{641E9109-6DFE-4F5A-9F83-033FACB262A3}" srcOrd="0" destOrd="0" parTransId="{3C293E7E-216D-4102-9602-2F2B8195CCC0}" sibTransId="{2287FA27-5DC9-42A8-8AD7-40AE6083F1B8}"/>
    <dgm:cxn modelId="{62837945-E9A0-4A27-BC34-69E8D05D6E97}" type="presOf" srcId="{64D1C8EB-C0FE-432D-8A8F-AFEAB06FDA3C}" destId="{7E43703A-3D36-4F51-9F7C-7844427D0852}" srcOrd="0" destOrd="0" presId="urn:microsoft.com/office/officeart/2005/8/layout/list1"/>
    <dgm:cxn modelId="{87C18153-4B22-4850-8BBF-0806B78A93AF}" type="presOf" srcId="{18DB4EE2-6A8B-4BE9-AD52-122035C871B6}" destId="{C2280F88-A3B8-4C69-B29E-5381E7E84ADD}" srcOrd="0" destOrd="0" presId="urn:microsoft.com/office/officeart/2005/8/layout/list1"/>
    <dgm:cxn modelId="{25C79888-290F-4B9C-8D14-EC64726D9914}" srcId="{854832F0-E4BC-4AC3-AB74-F8683544C27F}" destId="{73203388-D1D1-489E-B193-F2EA64C032F2}" srcOrd="1" destOrd="0" parTransId="{0C0010C7-F50B-4669-BA82-1E0A1A5310A2}" sibTransId="{DD52F5E0-794D-4B8E-8ADB-958F9A096DB9}"/>
    <dgm:cxn modelId="{E208418C-88B9-4A20-8C24-ACEC91B8400C}" type="presOf" srcId="{73203388-D1D1-489E-B193-F2EA64C032F2}" destId="{AA79C17D-4CAA-448C-A7E3-C02DD46A4719}" srcOrd="1" destOrd="0" presId="urn:microsoft.com/office/officeart/2005/8/layout/list1"/>
    <dgm:cxn modelId="{2B4CF390-6474-43B6-B793-AF839F52189E}" type="presOf" srcId="{6C63AD35-790C-4BE7-AC9F-543926A470DE}" destId="{40DED8E8-408C-48B7-AB11-24D64B54E8BF}" srcOrd="0" destOrd="0" presId="urn:microsoft.com/office/officeart/2005/8/layout/list1"/>
    <dgm:cxn modelId="{3CA15EA3-E4E5-487B-896C-A4894AE84015}" type="presOf" srcId="{65070A2E-F07B-4009-B87B-502063E2D430}" destId="{2DE1CAE9-4D53-47CD-BAED-73CACB467CBF}" srcOrd="1" destOrd="0" presId="urn:microsoft.com/office/officeart/2005/8/layout/list1"/>
    <dgm:cxn modelId="{CE265BB4-EE84-4BDB-86A7-9F8405708E12}" srcId="{854832F0-E4BC-4AC3-AB74-F8683544C27F}" destId="{18DB4EE2-6A8B-4BE9-AD52-122035C871B6}" srcOrd="0" destOrd="0" parTransId="{74716CE6-775F-434C-903D-02AEDE24A385}" sibTransId="{C5E4F014-01E1-47A0-8418-5559B15304CD}"/>
    <dgm:cxn modelId="{9D9AC3F9-EA60-473E-A404-3F66D43652CA}" type="presOf" srcId="{641E9109-6DFE-4F5A-9F83-033FACB262A3}" destId="{0B8CD0DF-A42C-45AE-9E6C-4AF777648709}" srcOrd="0" destOrd="0" presId="urn:microsoft.com/office/officeart/2005/8/layout/list1"/>
    <dgm:cxn modelId="{A4221C30-AC8F-434A-B437-4BC8D39B346E}" type="presParOf" srcId="{BABD9AF9-9DD9-41CA-AC33-8DC61D3D81A3}" destId="{49B5C9DF-D55F-4FDC-9853-71939CE185D9}" srcOrd="0" destOrd="0" presId="urn:microsoft.com/office/officeart/2005/8/layout/list1"/>
    <dgm:cxn modelId="{C881DDB3-2F5B-484E-826B-3E4627265A92}" type="presParOf" srcId="{49B5C9DF-D55F-4FDC-9853-71939CE185D9}" destId="{C2280F88-A3B8-4C69-B29E-5381E7E84ADD}" srcOrd="0" destOrd="0" presId="urn:microsoft.com/office/officeart/2005/8/layout/list1"/>
    <dgm:cxn modelId="{BA2EFF86-420B-4769-AB50-DB0B27E21C30}" type="presParOf" srcId="{49B5C9DF-D55F-4FDC-9853-71939CE185D9}" destId="{5807C5A7-31C3-4ED9-9484-BCC59902C407}" srcOrd="1" destOrd="0" presId="urn:microsoft.com/office/officeart/2005/8/layout/list1"/>
    <dgm:cxn modelId="{37476347-3A0C-4904-B2ED-40E81952E69B}" type="presParOf" srcId="{BABD9AF9-9DD9-41CA-AC33-8DC61D3D81A3}" destId="{ACC6C3CC-BFB8-4CAB-A632-BED2F0748A5C}" srcOrd="1" destOrd="0" presId="urn:microsoft.com/office/officeart/2005/8/layout/list1"/>
    <dgm:cxn modelId="{F68EC1AD-2C9C-4A04-BAB6-5612F5369A21}" type="presParOf" srcId="{BABD9AF9-9DD9-41CA-AC33-8DC61D3D81A3}" destId="{0B8CD0DF-A42C-45AE-9E6C-4AF777648709}" srcOrd="2" destOrd="0" presId="urn:microsoft.com/office/officeart/2005/8/layout/list1"/>
    <dgm:cxn modelId="{3D3E4172-0EC4-4181-A885-BEF1FD0C2D2A}" type="presParOf" srcId="{BABD9AF9-9DD9-41CA-AC33-8DC61D3D81A3}" destId="{7CAD6267-0729-4DC8-B51F-3AFFB58309EE}" srcOrd="3" destOrd="0" presId="urn:microsoft.com/office/officeart/2005/8/layout/list1"/>
    <dgm:cxn modelId="{799353C5-C663-4334-826F-D5CB1BA8537A}" type="presParOf" srcId="{BABD9AF9-9DD9-41CA-AC33-8DC61D3D81A3}" destId="{085B7224-1B87-4093-A3C6-7CBAF1592CA3}" srcOrd="4" destOrd="0" presId="urn:microsoft.com/office/officeart/2005/8/layout/list1"/>
    <dgm:cxn modelId="{90C36FB6-9CB3-4345-9FFF-791803ACB4AD}" type="presParOf" srcId="{085B7224-1B87-4093-A3C6-7CBAF1592CA3}" destId="{E4B04297-2E4C-4F6C-8AA2-7A5B9DC2A195}" srcOrd="0" destOrd="0" presId="urn:microsoft.com/office/officeart/2005/8/layout/list1"/>
    <dgm:cxn modelId="{136DDEC1-A2F9-4076-BB5F-2F178343F559}" type="presParOf" srcId="{085B7224-1B87-4093-A3C6-7CBAF1592CA3}" destId="{AA79C17D-4CAA-448C-A7E3-C02DD46A4719}" srcOrd="1" destOrd="0" presId="urn:microsoft.com/office/officeart/2005/8/layout/list1"/>
    <dgm:cxn modelId="{4B1870A9-FBCF-48A0-9A5B-58C46D4FC493}" type="presParOf" srcId="{BABD9AF9-9DD9-41CA-AC33-8DC61D3D81A3}" destId="{010A041A-1E06-4D9A-A08B-A84DFF24B629}" srcOrd="5" destOrd="0" presId="urn:microsoft.com/office/officeart/2005/8/layout/list1"/>
    <dgm:cxn modelId="{AD488DF7-E4CD-4B06-B8F2-464A214749B4}" type="presParOf" srcId="{BABD9AF9-9DD9-41CA-AC33-8DC61D3D81A3}" destId="{40DED8E8-408C-48B7-AB11-24D64B54E8BF}" srcOrd="6" destOrd="0" presId="urn:microsoft.com/office/officeart/2005/8/layout/list1"/>
    <dgm:cxn modelId="{F80689A5-8487-48A1-A7F0-B03D4730DFAA}" type="presParOf" srcId="{BABD9AF9-9DD9-41CA-AC33-8DC61D3D81A3}" destId="{692C41F9-2C3D-4331-99BA-B6976A56B343}" srcOrd="7" destOrd="0" presId="urn:microsoft.com/office/officeart/2005/8/layout/list1"/>
    <dgm:cxn modelId="{31507E4F-EDD6-4329-B9E2-2E055A709DF2}" type="presParOf" srcId="{BABD9AF9-9DD9-41CA-AC33-8DC61D3D81A3}" destId="{B540F4DB-DCA6-4FBC-B600-49123881BF19}" srcOrd="8" destOrd="0" presId="urn:microsoft.com/office/officeart/2005/8/layout/list1"/>
    <dgm:cxn modelId="{E37DA309-2C41-490C-84D1-0BD35BDBA5FB}" type="presParOf" srcId="{B540F4DB-DCA6-4FBC-B600-49123881BF19}" destId="{21C4E0BE-C148-44DD-94D9-F63DC1D0BA37}" srcOrd="0" destOrd="0" presId="urn:microsoft.com/office/officeart/2005/8/layout/list1"/>
    <dgm:cxn modelId="{1282E26C-60E3-4BFC-8088-C3F1435F875C}" type="presParOf" srcId="{B540F4DB-DCA6-4FBC-B600-49123881BF19}" destId="{2DE1CAE9-4D53-47CD-BAED-73CACB467CBF}" srcOrd="1" destOrd="0" presId="urn:microsoft.com/office/officeart/2005/8/layout/list1"/>
    <dgm:cxn modelId="{019BA2F6-7B9A-4E24-9642-3CFBE98250A8}" type="presParOf" srcId="{BABD9AF9-9DD9-41CA-AC33-8DC61D3D81A3}" destId="{2CEFB9BB-B0E2-4F3D-86A5-89CB5D39FA76}" srcOrd="9" destOrd="0" presId="urn:microsoft.com/office/officeart/2005/8/layout/list1"/>
    <dgm:cxn modelId="{54FCB1E1-59BA-4B10-9749-D525EDCE42EA}" type="presParOf" srcId="{BABD9AF9-9DD9-41CA-AC33-8DC61D3D81A3}" destId="{7E43703A-3D36-4F51-9F7C-7844427D085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F73D838-C866-4C31-9BEE-BE394C5E0A7D}" type="doc">
      <dgm:prSet loTypeId="urn:microsoft.com/office/officeart/2005/8/layout/bList2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FBB29CEF-6CA3-4A77-B990-2DC501BD392E}">
      <dgm:prSet phldrT="[Text]" phldr="0" custT="1"/>
      <dgm:spPr/>
      <dgm:t>
        <a:bodyPr/>
        <a:lstStyle/>
        <a:p>
          <a:r>
            <a:rPr lang="en-GB" sz="1000" dirty="0"/>
            <a:t>LEADERSHIP SUPPORT</a:t>
          </a:r>
        </a:p>
      </dgm:t>
    </dgm:pt>
    <dgm:pt modelId="{688E7201-79D4-4B44-963E-51AE08A2DDE4}" type="parTrans" cxnId="{3350612B-9AFE-4D39-85BE-7218C6AF173F}">
      <dgm:prSet/>
      <dgm:spPr/>
      <dgm:t>
        <a:bodyPr/>
        <a:lstStyle/>
        <a:p>
          <a:endParaRPr lang="en-GB" sz="1000"/>
        </a:p>
      </dgm:t>
    </dgm:pt>
    <dgm:pt modelId="{3D5F598A-3288-4B92-A3D1-4119DF650280}" type="sibTrans" cxnId="{3350612B-9AFE-4D39-85BE-7218C6AF173F}">
      <dgm:prSet/>
      <dgm:spPr/>
      <dgm:t>
        <a:bodyPr/>
        <a:lstStyle/>
        <a:p>
          <a:endParaRPr lang="en-GB" sz="1000"/>
        </a:p>
      </dgm:t>
    </dgm:pt>
    <dgm:pt modelId="{253A4588-9A59-4790-9B21-AA0113589795}">
      <dgm:prSet phldrT="[Text]" phldr="0" custT="1"/>
      <dgm:spPr/>
      <dgm:t>
        <a:bodyPr/>
        <a:lstStyle/>
        <a:p>
          <a:r>
            <a:rPr lang="en-GB" sz="1000" dirty="0"/>
            <a:t>BUSINESS STRATEGY</a:t>
          </a:r>
        </a:p>
      </dgm:t>
    </dgm:pt>
    <dgm:pt modelId="{3C6773FB-E2CE-4E39-BB6B-1FEC2BECEE2C}" type="parTrans" cxnId="{ED40C211-6007-42D0-B286-994488797528}">
      <dgm:prSet/>
      <dgm:spPr/>
      <dgm:t>
        <a:bodyPr/>
        <a:lstStyle/>
        <a:p>
          <a:endParaRPr lang="en-GB" sz="1000"/>
        </a:p>
      </dgm:t>
    </dgm:pt>
    <dgm:pt modelId="{C2951D74-7E95-41B4-AA11-80BA3E840117}" type="sibTrans" cxnId="{ED40C211-6007-42D0-B286-994488797528}">
      <dgm:prSet/>
      <dgm:spPr/>
      <dgm:t>
        <a:bodyPr/>
        <a:lstStyle/>
        <a:p>
          <a:endParaRPr lang="en-GB" sz="1000"/>
        </a:p>
      </dgm:t>
    </dgm:pt>
    <dgm:pt modelId="{9E55AA70-08C6-455B-ABB2-948D12EAED0A}">
      <dgm:prSet phldrT="[Text]" phldr="0" custT="1"/>
      <dgm:spPr/>
      <dgm:t>
        <a:bodyPr/>
        <a:lstStyle/>
        <a:p>
          <a:r>
            <a:rPr lang="en-GB" sz="1000" dirty="0"/>
            <a:t>CULTURAL READINESS</a:t>
          </a:r>
        </a:p>
      </dgm:t>
    </dgm:pt>
    <dgm:pt modelId="{A6248B02-6709-47D1-9367-DAEF4F0A9985}" type="parTrans" cxnId="{07833668-F2E2-4A95-AFED-875A160E154C}">
      <dgm:prSet/>
      <dgm:spPr/>
      <dgm:t>
        <a:bodyPr/>
        <a:lstStyle/>
        <a:p>
          <a:endParaRPr lang="en-GB" sz="1000"/>
        </a:p>
      </dgm:t>
    </dgm:pt>
    <dgm:pt modelId="{05D97036-6860-4E15-B90E-5C28630FC5E0}" type="sibTrans" cxnId="{07833668-F2E2-4A95-AFED-875A160E154C}">
      <dgm:prSet/>
      <dgm:spPr/>
      <dgm:t>
        <a:bodyPr/>
        <a:lstStyle/>
        <a:p>
          <a:endParaRPr lang="en-GB" sz="1000"/>
        </a:p>
      </dgm:t>
    </dgm:pt>
    <dgm:pt modelId="{FFE9C094-F9D3-4488-A10E-95D1D0B3FB11}">
      <dgm:prSet custT="1"/>
      <dgm:spPr/>
      <dgm:t>
        <a:bodyPr/>
        <a:lstStyle/>
        <a:p>
          <a:r>
            <a:rPr lang="en-GB" sz="1000" dirty="0"/>
            <a:t>FACT-BASED METHODS</a:t>
          </a:r>
        </a:p>
      </dgm:t>
    </dgm:pt>
    <dgm:pt modelId="{B209FB97-3B2E-4304-BCDF-4F43276D397F}" type="parTrans" cxnId="{54B2A13B-5583-4393-AD4F-9C46F14AF61E}">
      <dgm:prSet/>
      <dgm:spPr/>
      <dgm:t>
        <a:bodyPr/>
        <a:lstStyle/>
        <a:p>
          <a:endParaRPr lang="en-GB" sz="1000"/>
        </a:p>
      </dgm:t>
    </dgm:pt>
    <dgm:pt modelId="{B83BA9B5-B3AA-447D-8FA5-8CCB7A0A696C}" type="sibTrans" cxnId="{54B2A13B-5583-4393-AD4F-9C46F14AF61E}">
      <dgm:prSet/>
      <dgm:spPr/>
      <dgm:t>
        <a:bodyPr/>
        <a:lstStyle/>
        <a:p>
          <a:endParaRPr lang="en-GB" sz="1000"/>
        </a:p>
      </dgm:t>
    </dgm:pt>
    <dgm:pt modelId="{0A06A1A2-0515-49A6-A420-AFE3CBD16578}">
      <dgm:prSet custT="1"/>
      <dgm:spPr/>
      <dgm:t>
        <a:bodyPr/>
        <a:lstStyle/>
        <a:p>
          <a:r>
            <a:rPr lang="en-GB" sz="1000" dirty="0"/>
            <a:t>TECHNOLOGY EVOLUTION</a:t>
          </a:r>
        </a:p>
      </dgm:t>
    </dgm:pt>
    <dgm:pt modelId="{625E9031-1232-4BC6-BD9F-8A41218028CE}" type="parTrans" cxnId="{E7ADC238-4A2A-4E7B-B99F-3649B0FB075F}">
      <dgm:prSet/>
      <dgm:spPr/>
      <dgm:t>
        <a:bodyPr/>
        <a:lstStyle/>
        <a:p>
          <a:endParaRPr lang="en-GB" sz="1000"/>
        </a:p>
      </dgm:t>
    </dgm:pt>
    <dgm:pt modelId="{47BF0688-9D0C-41BB-90F6-AC425BFAF1D3}" type="sibTrans" cxnId="{E7ADC238-4A2A-4E7B-B99F-3649B0FB075F}">
      <dgm:prSet/>
      <dgm:spPr/>
      <dgm:t>
        <a:bodyPr/>
        <a:lstStyle/>
        <a:p>
          <a:endParaRPr lang="en-GB" sz="1000"/>
        </a:p>
      </dgm:t>
    </dgm:pt>
    <dgm:pt modelId="{BD2AA933-EB81-4885-9B6A-E8B06743CAED}">
      <dgm:prSet custT="1"/>
      <dgm:spPr/>
      <dgm:t>
        <a:bodyPr/>
        <a:lstStyle/>
        <a:p>
          <a:r>
            <a:rPr lang="en-GB" sz="1000" dirty="0"/>
            <a:t>PROCESS ALIIGNMENT</a:t>
          </a:r>
        </a:p>
      </dgm:t>
    </dgm:pt>
    <dgm:pt modelId="{2BFB4C1F-81D5-4520-A6F4-C8E6600FFB36}" type="parTrans" cxnId="{D0E10F1F-A3FC-44C1-B78A-19F527FA31F4}">
      <dgm:prSet/>
      <dgm:spPr/>
      <dgm:t>
        <a:bodyPr/>
        <a:lstStyle/>
        <a:p>
          <a:endParaRPr lang="en-GB" sz="1000"/>
        </a:p>
      </dgm:t>
    </dgm:pt>
    <dgm:pt modelId="{0FA48C70-FE4A-4C28-B9C6-47D4BFCE8A0A}" type="sibTrans" cxnId="{D0E10F1F-A3FC-44C1-B78A-19F527FA31F4}">
      <dgm:prSet/>
      <dgm:spPr/>
      <dgm:t>
        <a:bodyPr/>
        <a:lstStyle/>
        <a:p>
          <a:endParaRPr lang="en-GB" sz="1000"/>
        </a:p>
      </dgm:t>
    </dgm:pt>
    <dgm:pt modelId="{A5414024-3914-468B-AE47-925A5EAB4054}">
      <dgm:prSet custT="1"/>
      <dgm:spPr/>
      <dgm:t>
        <a:bodyPr/>
        <a:lstStyle/>
        <a:p>
          <a:pPr>
            <a:buNone/>
          </a:pPr>
          <a:r>
            <a:rPr lang="en-GB" sz="1000" i="1" dirty="0"/>
            <a:t>Management must</a:t>
          </a:r>
        </a:p>
      </dgm:t>
    </dgm:pt>
    <dgm:pt modelId="{1C6BB5B4-1BC9-404B-A8C7-D7C5E4677DA7}" type="parTrans" cxnId="{558FCAF1-3E9A-4D06-8173-F02ED423A767}">
      <dgm:prSet/>
      <dgm:spPr/>
      <dgm:t>
        <a:bodyPr/>
        <a:lstStyle/>
        <a:p>
          <a:endParaRPr lang="en-GB" sz="1000"/>
        </a:p>
      </dgm:t>
    </dgm:pt>
    <dgm:pt modelId="{1B53991E-C213-435C-9FE5-5D100F3497B4}" type="sibTrans" cxnId="{558FCAF1-3E9A-4D06-8173-F02ED423A767}">
      <dgm:prSet/>
      <dgm:spPr/>
      <dgm:t>
        <a:bodyPr/>
        <a:lstStyle/>
        <a:p>
          <a:endParaRPr lang="en-GB" sz="1000"/>
        </a:p>
      </dgm:t>
    </dgm:pt>
    <dgm:pt modelId="{3C5CB303-55A6-4429-834C-07FEEB399B5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000" i="1" dirty="0"/>
            <a:t>model adaptability,</a:t>
          </a:r>
        </a:p>
      </dgm:t>
    </dgm:pt>
    <dgm:pt modelId="{7DAEF485-7B60-4DE5-AE69-614455469CB1}" type="parTrans" cxnId="{17170454-74B8-4108-BC1F-F0F0E5847FA6}">
      <dgm:prSet/>
      <dgm:spPr/>
      <dgm:t>
        <a:bodyPr/>
        <a:lstStyle/>
        <a:p>
          <a:endParaRPr lang="en-GB"/>
        </a:p>
      </dgm:t>
    </dgm:pt>
    <dgm:pt modelId="{67210B55-4BC7-493B-A43C-57B1F1D3245E}" type="sibTrans" cxnId="{17170454-74B8-4108-BC1F-F0F0E5847FA6}">
      <dgm:prSet/>
      <dgm:spPr/>
      <dgm:t>
        <a:bodyPr/>
        <a:lstStyle/>
        <a:p>
          <a:endParaRPr lang="en-GB"/>
        </a:p>
      </dgm:t>
    </dgm:pt>
    <dgm:pt modelId="{222A612C-F8C8-4C3D-8E71-8B3B97C439D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000" i="1" dirty="0"/>
            <a:t>sponsor new</a:t>
          </a:r>
        </a:p>
      </dgm:t>
    </dgm:pt>
    <dgm:pt modelId="{F35DCBC3-32AF-4A56-B694-42BFBFB65986}" type="parTrans" cxnId="{12D91C77-F51C-40EF-8BC0-2494222FFDDB}">
      <dgm:prSet/>
      <dgm:spPr/>
      <dgm:t>
        <a:bodyPr/>
        <a:lstStyle/>
        <a:p>
          <a:endParaRPr lang="en-GB"/>
        </a:p>
      </dgm:t>
    </dgm:pt>
    <dgm:pt modelId="{43C22579-CCB5-4033-B36C-9DEC117FA992}" type="sibTrans" cxnId="{12D91C77-F51C-40EF-8BC0-2494222FFDDB}">
      <dgm:prSet/>
      <dgm:spPr/>
      <dgm:t>
        <a:bodyPr/>
        <a:lstStyle/>
        <a:p>
          <a:endParaRPr lang="en-GB"/>
        </a:p>
      </dgm:t>
    </dgm:pt>
    <dgm:pt modelId="{7C0495EA-6CF0-4CB4-A248-6E16FDA8D0D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000" i="1" dirty="0"/>
            <a:t>support employees</a:t>
          </a:r>
        </a:p>
      </dgm:t>
    </dgm:pt>
    <dgm:pt modelId="{2D8C8CBC-B6DD-4467-8D5D-620CB63E841E}" type="parTrans" cxnId="{3956D336-9D22-48DC-9348-AFACC5E7E4F4}">
      <dgm:prSet/>
      <dgm:spPr/>
      <dgm:t>
        <a:bodyPr/>
        <a:lstStyle/>
        <a:p>
          <a:endParaRPr lang="en-GB"/>
        </a:p>
      </dgm:t>
    </dgm:pt>
    <dgm:pt modelId="{2B82EFF6-F96F-454B-9707-9D3BB1A71216}" type="sibTrans" cxnId="{3956D336-9D22-48DC-9348-AFACC5E7E4F4}">
      <dgm:prSet/>
      <dgm:spPr/>
      <dgm:t>
        <a:bodyPr/>
        <a:lstStyle/>
        <a:p>
          <a:endParaRPr lang="en-GB"/>
        </a:p>
      </dgm:t>
    </dgm:pt>
    <dgm:pt modelId="{CFD29ED6-2955-49DE-AC09-63B7F7178645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GB" sz="1000" i="1" dirty="0"/>
            <a:t>through change</a:t>
          </a:r>
        </a:p>
      </dgm:t>
    </dgm:pt>
    <dgm:pt modelId="{C217B655-17CC-4623-8AB9-0F44683B2404}" type="parTrans" cxnId="{33213B0F-7260-4B4A-8469-97E6B3E25B89}">
      <dgm:prSet/>
      <dgm:spPr/>
      <dgm:t>
        <a:bodyPr/>
        <a:lstStyle/>
        <a:p>
          <a:endParaRPr lang="en-GB"/>
        </a:p>
      </dgm:t>
    </dgm:pt>
    <dgm:pt modelId="{8EEFB2E7-FC3C-42C6-932C-A0AB2506301C}" type="sibTrans" cxnId="{33213B0F-7260-4B4A-8469-97E6B3E25B89}">
      <dgm:prSet/>
      <dgm:spPr/>
      <dgm:t>
        <a:bodyPr/>
        <a:lstStyle/>
        <a:p>
          <a:endParaRPr lang="en-GB"/>
        </a:p>
      </dgm:t>
    </dgm:pt>
    <dgm:pt modelId="{D008A803-2514-49A3-AD88-C61EE45CF07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000" i="1" dirty="0"/>
            <a:t> A project should be</a:t>
          </a:r>
        </a:p>
      </dgm:t>
    </dgm:pt>
    <dgm:pt modelId="{BAAA99A7-F4B1-4DF2-9E46-4B9B10B53BB0}" type="parTrans" cxnId="{06A34970-1524-463C-AB3F-99C104E6EBDE}">
      <dgm:prSet/>
      <dgm:spPr/>
      <dgm:t>
        <a:bodyPr/>
        <a:lstStyle/>
        <a:p>
          <a:endParaRPr lang="en-GB"/>
        </a:p>
      </dgm:t>
    </dgm:pt>
    <dgm:pt modelId="{B081319B-8F70-4704-9A7B-E4E46FB853EA}" type="sibTrans" cxnId="{06A34970-1524-463C-AB3F-99C104E6EBDE}">
      <dgm:prSet/>
      <dgm:spPr/>
      <dgm:t>
        <a:bodyPr/>
        <a:lstStyle/>
        <a:p>
          <a:endParaRPr lang="en-GB"/>
        </a:p>
      </dgm:t>
    </dgm:pt>
    <dgm:pt modelId="{55F60027-5647-46E1-AB70-7E24192C7280}">
      <dgm:prSet custT="1"/>
      <dgm:spPr/>
      <dgm:t>
        <a:bodyPr/>
        <a:lstStyle/>
        <a:p>
          <a:pPr>
            <a:buNone/>
          </a:pPr>
          <a:r>
            <a:rPr lang="en-GB" sz="1000" i="1" dirty="0"/>
            <a:t>tied to measurable</a:t>
          </a:r>
        </a:p>
      </dgm:t>
    </dgm:pt>
    <dgm:pt modelId="{608BB2E3-A784-43FC-AF82-7E443EB8E9C4}" type="parTrans" cxnId="{A1F63C28-555F-4915-A221-4BFFC6BD199C}">
      <dgm:prSet/>
      <dgm:spPr/>
      <dgm:t>
        <a:bodyPr/>
        <a:lstStyle/>
        <a:p>
          <a:endParaRPr lang="en-GB"/>
        </a:p>
      </dgm:t>
    </dgm:pt>
    <dgm:pt modelId="{3052ADD8-6D37-416D-A361-D252FE9D362A}" type="sibTrans" cxnId="{A1F63C28-555F-4915-A221-4BFFC6BD199C}">
      <dgm:prSet/>
      <dgm:spPr/>
      <dgm:t>
        <a:bodyPr/>
        <a:lstStyle/>
        <a:p>
          <a:endParaRPr lang="en-GB"/>
        </a:p>
      </dgm:t>
    </dgm:pt>
    <dgm:pt modelId="{DABCC661-7412-4867-81AB-906FDC1F8D97}">
      <dgm:prSet custT="1"/>
      <dgm:spPr/>
      <dgm:t>
        <a:bodyPr/>
        <a:lstStyle/>
        <a:p>
          <a:pPr>
            <a:buNone/>
          </a:pPr>
          <a:r>
            <a:rPr lang="en-GB" sz="1000" i="1" dirty="0"/>
            <a:t>business outcomes</a:t>
          </a:r>
        </a:p>
      </dgm:t>
    </dgm:pt>
    <dgm:pt modelId="{D176BBA5-D5E5-4E33-A17C-9DF6BD4BE8E2}" type="parTrans" cxnId="{3B33928B-50B0-42D8-A14D-CE71A2E00424}">
      <dgm:prSet/>
      <dgm:spPr/>
      <dgm:t>
        <a:bodyPr/>
        <a:lstStyle/>
        <a:p>
          <a:endParaRPr lang="en-GB"/>
        </a:p>
      </dgm:t>
    </dgm:pt>
    <dgm:pt modelId="{69753C7C-9E3D-4820-9102-E7EC26502AE3}" type="sibTrans" cxnId="{3B33928B-50B0-42D8-A14D-CE71A2E00424}">
      <dgm:prSet/>
      <dgm:spPr/>
      <dgm:t>
        <a:bodyPr/>
        <a:lstStyle/>
        <a:p>
          <a:endParaRPr lang="en-GB"/>
        </a:p>
      </dgm:t>
    </dgm:pt>
    <dgm:pt modelId="{FAA53E90-E2EB-44E1-A566-F4254594541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000" i="1" dirty="0"/>
            <a:t>Cultural shift </a:t>
          </a:r>
        </a:p>
      </dgm:t>
    </dgm:pt>
    <dgm:pt modelId="{45B335CA-1232-4A64-B786-F48080C9BAD5}" type="parTrans" cxnId="{971202A0-82C0-4AA0-82FB-91FCA3A18178}">
      <dgm:prSet/>
      <dgm:spPr/>
      <dgm:t>
        <a:bodyPr/>
        <a:lstStyle/>
        <a:p>
          <a:endParaRPr lang="en-GB"/>
        </a:p>
      </dgm:t>
    </dgm:pt>
    <dgm:pt modelId="{BC59D7B4-DB0D-424B-A0A4-E696E5AAD9FD}" type="sibTrans" cxnId="{971202A0-82C0-4AA0-82FB-91FCA3A18178}">
      <dgm:prSet/>
      <dgm:spPr/>
      <dgm:t>
        <a:bodyPr/>
        <a:lstStyle/>
        <a:p>
          <a:endParaRPr lang="en-GB"/>
        </a:p>
      </dgm:t>
    </dgm:pt>
    <dgm:pt modelId="{830E47E7-500D-46F6-BE7D-19D6DFF4931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000" i="1" dirty="0"/>
            <a:t>Change</a:t>
          </a:r>
        </a:p>
      </dgm:t>
    </dgm:pt>
    <dgm:pt modelId="{D4073522-478F-4450-B03A-EF7A9A5232B6}" type="parTrans" cxnId="{B53B3F11-CCF3-4937-9963-EA32ED17A1D0}">
      <dgm:prSet/>
      <dgm:spPr/>
      <dgm:t>
        <a:bodyPr/>
        <a:lstStyle/>
        <a:p>
          <a:endParaRPr lang="en-GB"/>
        </a:p>
      </dgm:t>
    </dgm:pt>
    <dgm:pt modelId="{0F583350-4F0F-46B0-A93C-731F066E2178}" type="sibTrans" cxnId="{B53B3F11-CCF3-4937-9963-EA32ED17A1D0}">
      <dgm:prSet/>
      <dgm:spPr/>
      <dgm:t>
        <a:bodyPr/>
        <a:lstStyle/>
        <a:p>
          <a:endParaRPr lang="en-GB"/>
        </a:p>
      </dgm:t>
    </dgm:pt>
    <dgm:pt modelId="{7A97517C-6DAE-4568-8F38-8275C43635E9}">
      <dgm:prSet custT="1"/>
      <dgm:spPr/>
      <dgm:t>
        <a:bodyPr/>
        <a:lstStyle/>
        <a:p>
          <a:pPr>
            <a:buNone/>
          </a:pPr>
          <a:r>
            <a:rPr lang="en-GB" sz="1000" i="1" dirty="0"/>
            <a:t>management.</a:t>
          </a:r>
        </a:p>
      </dgm:t>
    </dgm:pt>
    <dgm:pt modelId="{A938EDE7-94A1-40DE-BA22-0BF5B9225B4E}" type="parTrans" cxnId="{96C008B7-F743-4851-B50E-857232427C6E}">
      <dgm:prSet/>
      <dgm:spPr/>
      <dgm:t>
        <a:bodyPr/>
        <a:lstStyle/>
        <a:p>
          <a:endParaRPr lang="en-GB"/>
        </a:p>
      </dgm:t>
    </dgm:pt>
    <dgm:pt modelId="{A6BFC782-55FD-4C81-AC6F-C7B6CED9B8FC}" type="sibTrans" cxnId="{96C008B7-F743-4851-B50E-857232427C6E}">
      <dgm:prSet/>
      <dgm:spPr/>
      <dgm:t>
        <a:bodyPr/>
        <a:lstStyle/>
        <a:p>
          <a:endParaRPr lang="en-GB"/>
        </a:p>
      </dgm:t>
    </dgm:pt>
    <dgm:pt modelId="{E112804E-5E92-46ED-A092-24EB9DE46F1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000" i="1" dirty="0"/>
            <a:t>Embrace data-driven thinking and continuous learning</a:t>
          </a:r>
        </a:p>
      </dgm:t>
    </dgm:pt>
    <dgm:pt modelId="{968399C8-22D3-4192-AA50-67C6E3654563}" type="parTrans" cxnId="{A842E9FE-1904-4162-9EFD-D1C5C3408E42}">
      <dgm:prSet/>
      <dgm:spPr/>
      <dgm:t>
        <a:bodyPr/>
        <a:lstStyle/>
        <a:p>
          <a:endParaRPr lang="en-GB"/>
        </a:p>
      </dgm:t>
    </dgm:pt>
    <dgm:pt modelId="{F1859A5F-0A6B-4189-B84A-C4A97629A94D}" type="sibTrans" cxnId="{A842E9FE-1904-4162-9EFD-D1C5C3408E42}">
      <dgm:prSet/>
      <dgm:spPr/>
      <dgm:t>
        <a:bodyPr/>
        <a:lstStyle/>
        <a:p>
          <a:endParaRPr lang="en-GB"/>
        </a:p>
      </dgm:t>
    </dgm:pt>
    <dgm:pt modelId="{6A8E36EE-A928-49DA-AA61-7E14DA8DC534}">
      <dgm:prSet custT="1"/>
      <dgm:spPr/>
      <dgm:t>
        <a:bodyPr/>
        <a:lstStyle/>
        <a:p>
          <a:r>
            <a:rPr lang="en-GB" sz="1000" i="1" dirty="0"/>
            <a:t>Use data to identify pain points &amp; opportunities</a:t>
          </a:r>
        </a:p>
      </dgm:t>
    </dgm:pt>
    <dgm:pt modelId="{62553DAE-ED8C-4432-A0C9-E6AE04B9F03D}" type="parTrans" cxnId="{1ADA5A52-ACD9-496C-8AEE-3E50DBFDA03E}">
      <dgm:prSet/>
      <dgm:spPr/>
      <dgm:t>
        <a:bodyPr/>
        <a:lstStyle/>
        <a:p>
          <a:endParaRPr lang="en-GB"/>
        </a:p>
      </dgm:t>
    </dgm:pt>
    <dgm:pt modelId="{D5C11219-BADA-42C0-B3BA-48EE43B6BDEE}" type="sibTrans" cxnId="{1ADA5A52-ACD9-496C-8AEE-3E50DBFDA03E}">
      <dgm:prSet/>
      <dgm:spPr/>
      <dgm:t>
        <a:bodyPr/>
        <a:lstStyle/>
        <a:p>
          <a:endParaRPr lang="en-GB"/>
        </a:p>
      </dgm:t>
    </dgm:pt>
    <dgm:pt modelId="{485741B0-8809-4657-A864-EEBEC02F2914}">
      <dgm:prSet custT="1"/>
      <dgm:spPr/>
      <dgm:t>
        <a:bodyPr/>
        <a:lstStyle/>
        <a:p>
          <a:r>
            <a:rPr lang="en-GB" sz="1000" i="1" dirty="0"/>
            <a:t>Build strategies around facts rather than assumption</a:t>
          </a:r>
        </a:p>
      </dgm:t>
    </dgm:pt>
    <dgm:pt modelId="{E5F5960B-3947-4E3D-A3B2-29584DE72F3F}" type="parTrans" cxnId="{45444317-FEAA-465F-B071-33C656CD1EBE}">
      <dgm:prSet/>
      <dgm:spPr/>
      <dgm:t>
        <a:bodyPr/>
        <a:lstStyle/>
        <a:p>
          <a:endParaRPr lang="en-GB"/>
        </a:p>
      </dgm:t>
    </dgm:pt>
    <dgm:pt modelId="{A4A6830F-964A-461C-9857-B39DCA63B42D}" type="sibTrans" cxnId="{45444317-FEAA-465F-B071-33C656CD1EBE}">
      <dgm:prSet/>
      <dgm:spPr/>
      <dgm:t>
        <a:bodyPr/>
        <a:lstStyle/>
        <a:p>
          <a:endParaRPr lang="en-GB"/>
        </a:p>
      </dgm:t>
    </dgm:pt>
    <dgm:pt modelId="{153C0BA2-65CD-4C34-8841-69AD48BE915D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GB" sz="1000" i="1" dirty="0"/>
            <a:t>initiatives</a:t>
          </a:r>
        </a:p>
      </dgm:t>
    </dgm:pt>
    <dgm:pt modelId="{6CACF207-D9BF-4C35-B328-DB567E3005C0}" type="parTrans" cxnId="{ED8F3107-918C-45E8-AC24-26F943303910}">
      <dgm:prSet/>
      <dgm:spPr/>
      <dgm:t>
        <a:bodyPr/>
        <a:lstStyle/>
        <a:p>
          <a:endParaRPr lang="en-GB"/>
        </a:p>
      </dgm:t>
    </dgm:pt>
    <dgm:pt modelId="{FA7E897B-ED32-4BD8-B420-36BAD1841FC1}" type="sibTrans" cxnId="{ED8F3107-918C-45E8-AC24-26F943303910}">
      <dgm:prSet/>
      <dgm:spPr/>
      <dgm:t>
        <a:bodyPr/>
        <a:lstStyle/>
        <a:p>
          <a:endParaRPr lang="en-GB"/>
        </a:p>
      </dgm:t>
    </dgm:pt>
    <dgm:pt modelId="{D96A485E-1281-4603-BD5E-9AE19B01CA1E}">
      <dgm:prSet custT="1"/>
      <dgm:spPr/>
      <dgm:t>
        <a:bodyPr/>
        <a:lstStyle/>
        <a:p>
          <a:r>
            <a:rPr lang="en-GB" sz="1000" i="1" dirty="0"/>
            <a:t>Tech as an enabler</a:t>
          </a:r>
        </a:p>
      </dgm:t>
    </dgm:pt>
    <dgm:pt modelId="{42A6110A-E5BF-4339-B1EF-F97C15E6D0B7}" type="parTrans" cxnId="{B7609360-380A-4C7F-BFFC-4D88D292C0EA}">
      <dgm:prSet/>
      <dgm:spPr/>
      <dgm:t>
        <a:bodyPr/>
        <a:lstStyle/>
        <a:p>
          <a:endParaRPr lang="en-GB"/>
        </a:p>
      </dgm:t>
    </dgm:pt>
    <dgm:pt modelId="{BA67EEE6-49DB-4A58-8B6E-0BDB4F5B3282}" type="sibTrans" cxnId="{B7609360-380A-4C7F-BFFC-4D88D292C0EA}">
      <dgm:prSet/>
      <dgm:spPr/>
      <dgm:t>
        <a:bodyPr/>
        <a:lstStyle/>
        <a:p>
          <a:endParaRPr lang="en-GB"/>
        </a:p>
      </dgm:t>
    </dgm:pt>
    <dgm:pt modelId="{2F85A02D-4317-465C-A7E7-54F3FE682648}">
      <dgm:prSet custT="1"/>
      <dgm:spPr/>
      <dgm:t>
        <a:bodyPr/>
        <a:lstStyle/>
        <a:p>
          <a:r>
            <a:rPr lang="en-GB" sz="1000" i="1" dirty="0"/>
            <a:t>Supports scalability, speed &amp; integration across systems</a:t>
          </a:r>
        </a:p>
      </dgm:t>
    </dgm:pt>
    <dgm:pt modelId="{1B5698F5-CE21-4854-AF41-89F1B313B6EE}" type="parTrans" cxnId="{494D031E-714A-4CD7-93C9-F2838AAAB99B}">
      <dgm:prSet/>
      <dgm:spPr/>
      <dgm:t>
        <a:bodyPr/>
        <a:lstStyle/>
        <a:p>
          <a:endParaRPr lang="en-GB"/>
        </a:p>
      </dgm:t>
    </dgm:pt>
    <dgm:pt modelId="{4AC6A394-4741-469A-8862-318D6222F4E1}" type="sibTrans" cxnId="{494D031E-714A-4CD7-93C9-F2838AAAB99B}">
      <dgm:prSet/>
      <dgm:spPr/>
      <dgm:t>
        <a:bodyPr/>
        <a:lstStyle/>
        <a:p>
          <a:endParaRPr lang="en-GB"/>
        </a:p>
      </dgm:t>
    </dgm:pt>
    <dgm:pt modelId="{4220F610-7BAE-4BE3-8193-A31BAF221530}">
      <dgm:prSet custT="1"/>
      <dgm:spPr/>
      <dgm:t>
        <a:bodyPr/>
        <a:lstStyle/>
        <a:p>
          <a:r>
            <a:rPr lang="en-GB" sz="1000" i="1" dirty="0"/>
            <a:t>Digitize workflows and integrate analytics into daily operations</a:t>
          </a:r>
        </a:p>
      </dgm:t>
    </dgm:pt>
    <dgm:pt modelId="{0A6119CC-7D26-44C3-AFD3-B38EEFA55AF9}" type="parTrans" cxnId="{68D4752F-0831-49FB-8AF5-B6113CE58911}">
      <dgm:prSet/>
      <dgm:spPr/>
      <dgm:t>
        <a:bodyPr/>
        <a:lstStyle/>
        <a:p>
          <a:endParaRPr lang="en-GB"/>
        </a:p>
      </dgm:t>
    </dgm:pt>
    <dgm:pt modelId="{6873FB23-2B41-4142-B25E-2AF50F5BEC64}" type="sibTrans" cxnId="{68D4752F-0831-49FB-8AF5-B6113CE58911}">
      <dgm:prSet/>
      <dgm:spPr/>
      <dgm:t>
        <a:bodyPr/>
        <a:lstStyle/>
        <a:p>
          <a:endParaRPr lang="en-GB"/>
        </a:p>
      </dgm:t>
    </dgm:pt>
    <dgm:pt modelId="{9E929A9B-A9C1-45B4-8B77-8F6572A36E8B}" type="pres">
      <dgm:prSet presAssocID="{DF73D838-C866-4C31-9BEE-BE394C5E0A7D}" presName="diagram" presStyleCnt="0">
        <dgm:presLayoutVars>
          <dgm:dir/>
          <dgm:animLvl val="lvl"/>
          <dgm:resizeHandles val="exact"/>
        </dgm:presLayoutVars>
      </dgm:prSet>
      <dgm:spPr/>
    </dgm:pt>
    <dgm:pt modelId="{7096F93F-9167-4539-8CFD-5D459DB20F2F}" type="pres">
      <dgm:prSet presAssocID="{FBB29CEF-6CA3-4A77-B990-2DC501BD392E}" presName="compNode" presStyleCnt="0"/>
      <dgm:spPr/>
    </dgm:pt>
    <dgm:pt modelId="{3CB3CE7B-755A-4F95-8A69-E54663882AA4}" type="pres">
      <dgm:prSet presAssocID="{FBB29CEF-6CA3-4A77-B990-2DC501BD392E}" presName="childRect" presStyleLbl="bgAcc1" presStyleIdx="0" presStyleCnt="6">
        <dgm:presLayoutVars>
          <dgm:bulletEnabled val="1"/>
        </dgm:presLayoutVars>
      </dgm:prSet>
      <dgm:spPr/>
    </dgm:pt>
    <dgm:pt modelId="{E6C7D10F-E104-4F66-9DE7-E2D6FB90441C}" type="pres">
      <dgm:prSet presAssocID="{FBB29CEF-6CA3-4A77-B990-2DC501BD392E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2E224DE8-5985-43FC-B613-C00B4BFCD44C}" type="pres">
      <dgm:prSet presAssocID="{FBB29CEF-6CA3-4A77-B990-2DC501BD392E}" presName="parentRect" presStyleLbl="alignNode1" presStyleIdx="0" presStyleCnt="6"/>
      <dgm:spPr/>
    </dgm:pt>
    <dgm:pt modelId="{85056558-0CA5-46B4-93AD-B9A9EFCB4C2C}" type="pres">
      <dgm:prSet presAssocID="{FBB29CEF-6CA3-4A77-B990-2DC501BD392E}" presName="adorn" presStyleLbl="fgAccFollowNode1" presStyleIdx="0" presStyleCnt="6" custScaleX="76193" custScaleY="76193" custLinFactNeighborX="-20517" custLinFactNeighborY="-12799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03CE3D1B-DF72-4EE7-9118-047B79745860}" type="pres">
      <dgm:prSet presAssocID="{3D5F598A-3288-4B92-A3D1-4119DF650280}" presName="sibTrans" presStyleLbl="sibTrans2D1" presStyleIdx="0" presStyleCnt="0"/>
      <dgm:spPr/>
    </dgm:pt>
    <dgm:pt modelId="{A519B9C9-89C2-4F3C-8DA0-228D978D2609}" type="pres">
      <dgm:prSet presAssocID="{253A4588-9A59-4790-9B21-AA0113589795}" presName="compNode" presStyleCnt="0"/>
      <dgm:spPr/>
    </dgm:pt>
    <dgm:pt modelId="{BDFC83D8-D3E6-4B48-992D-044F56DD1802}" type="pres">
      <dgm:prSet presAssocID="{253A4588-9A59-4790-9B21-AA0113589795}" presName="childRect" presStyleLbl="bgAcc1" presStyleIdx="1" presStyleCnt="6">
        <dgm:presLayoutVars>
          <dgm:bulletEnabled val="1"/>
        </dgm:presLayoutVars>
      </dgm:prSet>
      <dgm:spPr>
        <a:xfrm>
          <a:off x="1398068" y="361418"/>
          <a:ext cx="1214963" cy="906944"/>
        </a:xfrm>
        <a:prstGeom prst="round2SameRect">
          <a:avLst>
            <a:gd name="adj1" fmla="val 8000"/>
            <a:gd name="adj2" fmla="val 0"/>
          </a:avLst>
        </a:prstGeom>
      </dgm:spPr>
    </dgm:pt>
    <dgm:pt modelId="{455A0E59-116A-4E7E-A9EB-21C6A786828F}" type="pres">
      <dgm:prSet presAssocID="{253A4588-9A59-4790-9B21-AA0113589795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F09E8A73-B71D-4CA0-897B-296E0C536BEE}" type="pres">
      <dgm:prSet presAssocID="{253A4588-9A59-4790-9B21-AA0113589795}" presName="parentRect" presStyleLbl="alignNode1" presStyleIdx="1" presStyleCnt="6"/>
      <dgm:spPr/>
    </dgm:pt>
    <dgm:pt modelId="{1A7F28C3-C767-4311-9E0B-F52C2B18A5A4}" type="pres">
      <dgm:prSet presAssocID="{253A4588-9A59-4790-9B21-AA0113589795}" presName="adorn" presStyleLbl="fgAccFollowNode1" presStyleIdx="1" presStyleCnt="6" custLinFactNeighborX="-28159" custLinFactNeighborY="-21008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 with solid fill"/>
        </a:ext>
      </dgm:extLst>
    </dgm:pt>
    <dgm:pt modelId="{C2E27815-7499-4E09-86B2-27692CC19BCB}" type="pres">
      <dgm:prSet presAssocID="{C2951D74-7E95-41B4-AA11-80BA3E840117}" presName="sibTrans" presStyleLbl="sibTrans2D1" presStyleIdx="0" presStyleCnt="0"/>
      <dgm:spPr/>
    </dgm:pt>
    <dgm:pt modelId="{6127E0DA-CEF2-46B9-AE63-6A1DE2593285}" type="pres">
      <dgm:prSet presAssocID="{9E55AA70-08C6-455B-ABB2-948D12EAED0A}" presName="compNode" presStyleCnt="0"/>
      <dgm:spPr/>
    </dgm:pt>
    <dgm:pt modelId="{5982AA40-DD56-409A-8078-F9450A314AAF}" type="pres">
      <dgm:prSet presAssocID="{9E55AA70-08C6-455B-ABB2-948D12EAED0A}" presName="childRect" presStyleLbl="bgAcc1" presStyleIdx="2" presStyleCnt="6">
        <dgm:presLayoutVars>
          <dgm:bulletEnabled val="1"/>
        </dgm:presLayoutVars>
      </dgm:prSet>
      <dgm:spPr/>
    </dgm:pt>
    <dgm:pt modelId="{78933AFE-6545-4CED-A8CA-E063265F5491}" type="pres">
      <dgm:prSet presAssocID="{9E55AA70-08C6-455B-ABB2-948D12EAED0A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ED848E6C-FC01-46AC-951E-0970779FBFA7}" type="pres">
      <dgm:prSet presAssocID="{9E55AA70-08C6-455B-ABB2-948D12EAED0A}" presName="parentRect" presStyleLbl="alignNode1" presStyleIdx="2" presStyleCnt="6"/>
      <dgm:spPr/>
    </dgm:pt>
    <dgm:pt modelId="{2033DC76-57D5-45E4-BCFF-48FCE0D3742E}" type="pres">
      <dgm:prSet presAssocID="{9E55AA70-08C6-455B-ABB2-948D12EAED0A}" presName="adorn" presStyleLbl="fgAccFollowNode1" presStyleIdx="2" presStyleCnt="6" custLinFactNeighborX="-20480" custLinFactNeighborY="-17920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bacus with solid fill"/>
        </a:ext>
      </dgm:extLst>
    </dgm:pt>
    <dgm:pt modelId="{26B9E44B-0816-4A27-B013-B47F7B213E3E}" type="pres">
      <dgm:prSet presAssocID="{05D97036-6860-4E15-B90E-5C28630FC5E0}" presName="sibTrans" presStyleLbl="sibTrans2D1" presStyleIdx="0" presStyleCnt="0"/>
      <dgm:spPr/>
    </dgm:pt>
    <dgm:pt modelId="{7392BC21-D49A-4663-9FDE-406FD6AE0748}" type="pres">
      <dgm:prSet presAssocID="{FFE9C094-F9D3-4488-A10E-95D1D0B3FB11}" presName="compNode" presStyleCnt="0"/>
      <dgm:spPr/>
    </dgm:pt>
    <dgm:pt modelId="{528550E8-02B5-4073-8643-79C442E013D1}" type="pres">
      <dgm:prSet presAssocID="{FFE9C094-F9D3-4488-A10E-95D1D0B3FB11}" presName="childRect" presStyleLbl="bgAcc1" presStyleIdx="3" presStyleCnt="6">
        <dgm:presLayoutVars>
          <dgm:bulletEnabled val="1"/>
        </dgm:presLayoutVars>
      </dgm:prSet>
      <dgm:spPr/>
    </dgm:pt>
    <dgm:pt modelId="{F6051DC3-B2C0-4779-BABB-27122C701108}" type="pres">
      <dgm:prSet presAssocID="{FFE9C094-F9D3-4488-A10E-95D1D0B3FB11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F76F60F1-B2EB-4145-8B78-51703D3A11B9}" type="pres">
      <dgm:prSet presAssocID="{FFE9C094-F9D3-4488-A10E-95D1D0B3FB11}" presName="parentRect" presStyleLbl="alignNode1" presStyleIdx="3" presStyleCnt="6"/>
      <dgm:spPr/>
    </dgm:pt>
    <dgm:pt modelId="{33BF6E2E-5378-4C6C-88BC-27425EF81A6C}" type="pres">
      <dgm:prSet presAssocID="{FFE9C094-F9D3-4488-A10E-95D1D0B3FB11}" presName="adorn" presStyleLbl="fgAccFollowNode1" presStyleIdx="3" presStyleCnt="6" custLinFactNeighborX="-15360" custLinFactNeighborY="-20480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 with solid fill"/>
        </a:ext>
      </dgm:extLst>
    </dgm:pt>
    <dgm:pt modelId="{A51C3F9A-1608-425F-A681-3E7CBDC852AB}" type="pres">
      <dgm:prSet presAssocID="{B83BA9B5-B3AA-447D-8FA5-8CCB7A0A696C}" presName="sibTrans" presStyleLbl="sibTrans2D1" presStyleIdx="0" presStyleCnt="0"/>
      <dgm:spPr/>
    </dgm:pt>
    <dgm:pt modelId="{D705AC2A-8DB2-4594-9EE7-F8D9055B7DB3}" type="pres">
      <dgm:prSet presAssocID="{0A06A1A2-0515-49A6-A420-AFE3CBD16578}" presName="compNode" presStyleCnt="0"/>
      <dgm:spPr/>
    </dgm:pt>
    <dgm:pt modelId="{E6B1A4A6-F964-49B3-8CBE-239048F58489}" type="pres">
      <dgm:prSet presAssocID="{0A06A1A2-0515-49A6-A420-AFE3CBD16578}" presName="childRect" presStyleLbl="bgAcc1" presStyleIdx="4" presStyleCnt="6">
        <dgm:presLayoutVars>
          <dgm:bulletEnabled val="1"/>
        </dgm:presLayoutVars>
      </dgm:prSet>
      <dgm:spPr/>
    </dgm:pt>
    <dgm:pt modelId="{A33BEAD8-CDD2-42B6-A27F-42831A6FB08E}" type="pres">
      <dgm:prSet presAssocID="{0A06A1A2-0515-49A6-A420-AFE3CBD1657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4D400FB-400D-4EEA-9B55-5637D3E681F0}" type="pres">
      <dgm:prSet presAssocID="{0A06A1A2-0515-49A6-A420-AFE3CBD16578}" presName="parentRect" presStyleLbl="alignNode1" presStyleIdx="4" presStyleCnt="6"/>
      <dgm:spPr/>
    </dgm:pt>
    <dgm:pt modelId="{FB3D2AD7-2B2B-4E37-8AA8-F402A92A7FB7}" type="pres">
      <dgm:prSet presAssocID="{0A06A1A2-0515-49A6-A420-AFE3CBD16578}" presName="adorn" presStyleLbl="fgAccFollowNode1" presStyleIdx="4" presStyleCnt="6" custLinFactNeighborX="-23040" custLinFactNeighborY="-17920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ternet Of Things with solid fill"/>
        </a:ext>
      </dgm:extLst>
    </dgm:pt>
    <dgm:pt modelId="{64FC355B-0FDF-42D3-ABB8-37C7474E7FB8}" type="pres">
      <dgm:prSet presAssocID="{47BF0688-9D0C-41BB-90F6-AC425BFAF1D3}" presName="sibTrans" presStyleLbl="sibTrans2D1" presStyleIdx="0" presStyleCnt="0"/>
      <dgm:spPr/>
    </dgm:pt>
    <dgm:pt modelId="{EE60914C-087A-422F-8CBB-76F910AE7520}" type="pres">
      <dgm:prSet presAssocID="{BD2AA933-EB81-4885-9B6A-E8B06743CAED}" presName="compNode" presStyleCnt="0"/>
      <dgm:spPr/>
    </dgm:pt>
    <dgm:pt modelId="{FE21F56A-CDD4-44A2-8115-A247EA6DC52D}" type="pres">
      <dgm:prSet presAssocID="{BD2AA933-EB81-4885-9B6A-E8B06743CAED}" presName="childRect" presStyleLbl="bgAcc1" presStyleIdx="5" presStyleCnt="6">
        <dgm:presLayoutVars>
          <dgm:bulletEnabled val="1"/>
        </dgm:presLayoutVars>
      </dgm:prSet>
      <dgm:spPr/>
    </dgm:pt>
    <dgm:pt modelId="{62A96F3D-CB72-4293-B799-1190BA84E228}" type="pres">
      <dgm:prSet presAssocID="{BD2AA933-EB81-4885-9B6A-E8B06743CAED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CFF2EA68-F5B3-4B40-AAAA-CF1EC658F0E0}" type="pres">
      <dgm:prSet presAssocID="{BD2AA933-EB81-4885-9B6A-E8B06743CAED}" presName="parentRect" presStyleLbl="alignNode1" presStyleIdx="5" presStyleCnt="6"/>
      <dgm:spPr/>
    </dgm:pt>
    <dgm:pt modelId="{9D3B1CDA-8ADF-4419-A6CD-BE63E7A02E3F}" type="pres">
      <dgm:prSet presAssocID="{BD2AA933-EB81-4885-9B6A-E8B06743CAED}" presName="adorn" presStyleLbl="fgAccFollowNode1" presStyleIdx="5" presStyleCnt="6" custLinFactNeighborX="-28159" custLinFactNeighborY="-20479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orkflow with solid fill"/>
        </a:ext>
      </dgm:extLst>
    </dgm:pt>
  </dgm:ptLst>
  <dgm:cxnLst>
    <dgm:cxn modelId="{ED8F3107-918C-45E8-AC24-26F943303910}" srcId="{FBB29CEF-6CA3-4A77-B990-2DC501BD392E}" destId="{153C0BA2-65CD-4C34-8841-69AD48BE915D}" srcOrd="3" destOrd="0" parTransId="{6CACF207-D9BF-4C35-B328-DB567E3005C0}" sibTransId="{FA7E897B-ED32-4BD8-B420-36BAD1841FC1}"/>
    <dgm:cxn modelId="{0DE9AE0B-CD52-49FC-8FA5-118A9AD088C6}" type="presOf" srcId="{7C0495EA-6CF0-4CB4-A248-6E16FDA8D0D2}" destId="{3CB3CE7B-755A-4F95-8A69-E54663882AA4}" srcOrd="0" destOrd="4" presId="urn:microsoft.com/office/officeart/2005/8/layout/bList2"/>
    <dgm:cxn modelId="{355FE80B-0601-4F0A-A93E-A7E2387E7B3E}" type="presOf" srcId="{D008A803-2514-49A3-AD88-C61EE45CF075}" destId="{BDFC83D8-D3E6-4B48-992D-044F56DD1802}" srcOrd="0" destOrd="0" presId="urn:microsoft.com/office/officeart/2005/8/layout/bList2"/>
    <dgm:cxn modelId="{338B700D-4FFC-420F-89EA-A1B8A75C206C}" type="presOf" srcId="{C2951D74-7E95-41B4-AA11-80BA3E840117}" destId="{C2E27815-7499-4E09-86B2-27692CC19BCB}" srcOrd="0" destOrd="0" presId="urn:microsoft.com/office/officeart/2005/8/layout/bList2"/>
    <dgm:cxn modelId="{33213B0F-7260-4B4A-8469-97E6B3E25B89}" srcId="{FBB29CEF-6CA3-4A77-B990-2DC501BD392E}" destId="{CFD29ED6-2955-49DE-AC09-63B7F7178645}" srcOrd="5" destOrd="0" parTransId="{C217B655-17CC-4623-8AB9-0F44683B2404}" sibTransId="{8EEFB2E7-FC3C-42C6-932C-A0AB2506301C}"/>
    <dgm:cxn modelId="{B53B3F11-CCF3-4937-9963-EA32ED17A1D0}" srcId="{9E55AA70-08C6-455B-ABB2-948D12EAED0A}" destId="{830E47E7-500D-46F6-BE7D-19D6DFF4931E}" srcOrd="1" destOrd="0" parTransId="{D4073522-478F-4450-B03A-EF7A9A5232B6}" sibTransId="{0F583350-4F0F-46B0-A93C-731F066E2178}"/>
    <dgm:cxn modelId="{ED40C211-6007-42D0-B286-994488797528}" srcId="{DF73D838-C866-4C31-9BEE-BE394C5E0A7D}" destId="{253A4588-9A59-4790-9B21-AA0113589795}" srcOrd="1" destOrd="0" parTransId="{3C6773FB-E2CE-4E39-BB6B-1FEC2BECEE2C}" sibTransId="{C2951D74-7E95-41B4-AA11-80BA3E840117}"/>
    <dgm:cxn modelId="{45444317-FEAA-465F-B071-33C656CD1EBE}" srcId="{FFE9C094-F9D3-4488-A10E-95D1D0B3FB11}" destId="{485741B0-8809-4657-A864-EEBEC02F2914}" srcOrd="1" destOrd="0" parTransId="{E5F5960B-3947-4E3D-A3B2-29584DE72F3F}" sibTransId="{A4A6830F-964A-461C-9857-B39DCA63B42D}"/>
    <dgm:cxn modelId="{494D031E-714A-4CD7-93C9-F2838AAAB99B}" srcId="{0A06A1A2-0515-49A6-A420-AFE3CBD16578}" destId="{2F85A02D-4317-465C-A7E7-54F3FE682648}" srcOrd="1" destOrd="0" parTransId="{1B5698F5-CE21-4854-AF41-89F1B313B6EE}" sibTransId="{4AC6A394-4741-469A-8862-318D6222F4E1}"/>
    <dgm:cxn modelId="{D0E10F1F-A3FC-44C1-B78A-19F527FA31F4}" srcId="{DF73D838-C866-4C31-9BEE-BE394C5E0A7D}" destId="{BD2AA933-EB81-4885-9B6A-E8B06743CAED}" srcOrd="5" destOrd="0" parTransId="{2BFB4C1F-81D5-4520-A6F4-C8E6600FFB36}" sibTransId="{0FA48C70-FE4A-4C28-B9C6-47D4BFCE8A0A}"/>
    <dgm:cxn modelId="{A08FF61F-C16D-45A9-8066-25E73F9ABD7F}" type="presOf" srcId="{E112804E-5E92-46ED-A092-24EB9DE46F14}" destId="{5982AA40-DD56-409A-8078-F9450A314AAF}" srcOrd="0" destOrd="3" presId="urn:microsoft.com/office/officeart/2005/8/layout/bList2"/>
    <dgm:cxn modelId="{62DCF126-2A08-4F64-8490-7367E06BAE09}" type="presOf" srcId="{0A06A1A2-0515-49A6-A420-AFE3CBD16578}" destId="{44D400FB-400D-4EEA-9B55-5637D3E681F0}" srcOrd="1" destOrd="0" presId="urn:microsoft.com/office/officeart/2005/8/layout/bList2"/>
    <dgm:cxn modelId="{A1F63C28-555F-4915-A221-4BFFC6BD199C}" srcId="{253A4588-9A59-4790-9B21-AA0113589795}" destId="{55F60027-5647-46E1-AB70-7E24192C7280}" srcOrd="1" destOrd="0" parTransId="{608BB2E3-A784-43FC-AF82-7E443EB8E9C4}" sibTransId="{3052ADD8-6D37-416D-A361-D252FE9D362A}"/>
    <dgm:cxn modelId="{3350612B-9AFE-4D39-85BE-7218C6AF173F}" srcId="{DF73D838-C866-4C31-9BEE-BE394C5E0A7D}" destId="{FBB29CEF-6CA3-4A77-B990-2DC501BD392E}" srcOrd="0" destOrd="0" parTransId="{688E7201-79D4-4B44-963E-51AE08A2DDE4}" sibTransId="{3D5F598A-3288-4B92-A3D1-4119DF650280}"/>
    <dgm:cxn modelId="{68D4752F-0831-49FB-8AF5-B6113CE58911}" srcId="{BD2AA933-EB81-4885-9B6A-E8B06743CAED}" destId="{4220F610-7BAE-4BE3-8193-A31BAF221530}" srcOrd="0" destOrd="0" parTransId="{0A6119CC-7D26-44C3-AFD3-B38EEFA55AF9}" sibTransId="{6873FB23-2B41-4142-B25E-2AF50F5BEC64}"/>
    <dgm:cxn modelId="{3956D336-9D22-48DC-9348-AFACC5E7E4F4}" srcId="{FBB29CEF-6CA3-4A77-B990-2DC501BD392E}" destId="{7C0495EA-6CF0-4CB4-A248-6E16FDA8D0D2}" srcOrd="4" destOrd="0" parTransId="{2D8C8CBC-B6DD-4467-8D5D-620CB63E841E}" sibTransId="{2B82EFF6-F96F-454B-9707-9D3BB1A71216}"/>
    <dgm:cxn modelId="{E7ADC238-4A2A-4E7B-B99F-3649B0FB075F}" srcId="{DF73D838-C866-4C31-9BEE-BE394C5E0A7D}" destId="{0A06A1A2-0515-49A6-A420-AFE3CBD16578}" srcOrd="4" destOrd="0" parTransId="{625E9031-1232-4BC6-BD9F-8A41218028CE}" sibTransId="{47BF0688-9D0C-41BB-90F6-AC425BFAF1D3}"/>
    <dgm:cxn modelId="{54B2A13B-5583-4393-AD4F-9C46F14AF61E}" srcId="{DF73D838-C866-4C31-9BEE-BE394C5E0A7D}" destId="{FFE9C094-F9D3-4488-A10E-95D1D0B3FB11}" srcOrd="3" destOrd="0" parTransId="{B209FB97-3B2E-4304-BCDF-4F43276D397F}" sibTransId="{B83BA9B5-B3AA-447D-8FA5-8CCB7A0A696C}"/>
    <dgm:cxn modelId="{74C22E5D-DB81-45E8-B095-4F9E04CA81D2}" type="presOf" srcId="{CFD29ED6-2955-49DE-AC09-63B7F7178645}" destId="{3CB3CE7B-755A-4F95-8A69-E54663882AA4}" srcOrd="0" destOrd="5" presId="urn:microsoft.com/office/officeart/2005/8/layout/bList2"/>
    <dgm:cxn modelId="{B7609360-380A-4C7F-BFFC-4D88D292C0EA}" srcId="{0A06A1A2-0515-49A6-A420-AFE3CBD16578}" destId="{D96A485E-1281-4603-BD5E-9AE19B01CA1E}" srcOrd="0" destOrd="0" parTransId="{42A6110A-E5BF-4339-B1EF-F97C15E6D0B7}" sibTransId="{BA67EEE6-49DB-4A58-8B6E-0BDB4F5B3282}"/>
    <dgm:cxn modelId="{AFCC8262-E91A-4F45-9AAC-61160DA448E1}" type="presOf" srcId="{55F60027-5647-46E1-AB70-7E24192C7280}" destId="{BDFC83D8-D3E6-4B48-992D-044F56DD1802}" srcOrd="0" destOrd="1" presId="urn:microsoft.com/office/officeart/2005/8/layout/bList2"/>
    <dgm:cxn modelId="{C8C51964-60E8-426E-8D5A-E9C7F4E4599E}" type="presOf" srcId="{B83BA9B5-B3AA-447D-8FA5-8CCB7A0A696C}" destId="{A51C3F9A-1608-425F-A681-3E7CBDC852AB}" srcOrd="0" destOrd="0" presId="urn:microsoft.com/office/officeart/2005/8/layout/bList2"/>
    <dgm:cxn modelId="{90EC8445-B36E-4BC3-801F-EE3D0A71A1DF}" type="presOf" srcId="{4220F610-7BAE-4BE3-8193-A31BAF221530}" destId="{FE21F56A-CDD4-44A2-8115-A247EA6DC52D}" srcOrd="0" destOrd="0" presId="urn:microsoft.com/office/officeart/2005/8/layout/bList2"/>
    <dgm:cxn modelId="{07833668-F2E2-4A95-AFED-875A160E154C}" srcId="{DF73D838-C866-4C31-9BEE-BE394C5E0A7D}" destId="{9E55AA70-08C6-455B-ABB2-948D12EAED0A}" srcOrd="2" destOrd="0" parTransId="{A6248B02-6709-47D1-9367-DAEF4F0A9985}" sibTransId="{05D97036-6860-4E15-B90E-5C28630FC5E0}"/>
    <dgm:cxn modelId="{788A7B69-285B-41B9-9C17-49C0577D2A3F}" type="presOf" srcId="{485741B0-8809-4657-A864-EEBEC02F2914}" destId="{528550E8-02B5-4073-8643-79C442E013D1}" srcOrd="0" destOrd="1" presId="urn:microsoft.com/office/officeart/2005/8/layout/bList2"/>
    <dgm:cxn modelId="{25877F4D-9912-47D2-9A3F-09067590338A}" type="presOf" srcId="{D96A485E-1281-4603-BD5E-9AE19B01CA1E}" destId="{E6B1A4A6-F964-49B3-8CBE-239048F58489}" srcOrd="0" destOrd="0" presId="urn:microsoft.com/office/officeart/2005/8/layout/bList2"/>
    <dgm:cxn modelId="{06A34970-1524-463C-AB3F-99C104E6EBDE}" srcId="{253A4588-9A59-4790-9B21-AA0113589795}" destId="{D008A803-2514-49A3-AD88-C61EE45CF075}" srcOrd="0" destOrd="0" parTransId="{BAAA99A7-F4B1-4DF2-9E46-4B9B10B53BB0}" sibTransId="{B081319B-8F70-4704-9A7B-E4E46FB853EA}"/>
    <dgm:cxn modelId="{1ADA5A52-ACD9-496C-8AEE-3E50DBFDA03E}" srcId="{FFE9C094-F9D3-4488-A10E-95D1D0B3FB11}" destId="{6A8E36EE-A928-49DA-AA61-7E14DA8DC534}" srcOrd="0" destOrd="0" parTransId="{62553DAE-ED8C-4432-A0C9-E6AE04B9F03D}" sibTransId="{D5C11219-BADA-42C0-B3BA-48EE43B6BDEE}"/>
    <dgm:cxn modelId="{17170454-74B8-4108-BC1F-F0F0E5847FA6}" srcId="{FBB29CEF-6CA3-4A77-B990-2DC501BD392E}" destId="{3C5CB303-55A6-4429-834C-07FEEB399B5A}" srcOrd="1" destOrd="0" parTransId="{7DAEF485-7B60-4DE5-AE69-614455469CB1}" sibTransId="{67210B55-4BC7-493B-A43C-57B1F1D3245E}"/>
    <dgm:cxn modelId="{1149E454-4417-42A7-87A6-CA6BA4AF5AEF}" type="presOf" srcId="{BD2AA933-EB81-4885-9B6A-E8B06743CAED}" destId="{CFF2EA68-F5B3-4B40-AAAA-CF1EC658F0E0}" srcOrd="1" destOrd="0" presId="urn:microsoft.com/office/officeart/2005/8/layout/bList2"/>
    <dgm:cxn modelId="{12D91C77-F51C-40EF-8BC0-2494222FFDDB}" srcId="{FBB29CEF-6CA3-4A77-B990-2DC501BD392E}" destId="{222A612C-F8C8-4C3D-8E71-8B3B97C439D0}" srcOrd="2" destOrd="0" parTransId="{F35DCBC3-32AF-4A56-B694-42BFBFB65986}" sibTransId="{43C22579-CCB5-4033-B36C-9DEC117FA992}"/>
    <dgm:cxn modelId="{3FB38B79-740E-4364-86C1-E8766698B817}" type="presOf" srcId="{6A8E36EE-A928-49DA-AA61-7E14DA8DC534}" destId="{528550E8-02B5-4073-8643-79C442E013D1}" srcOrd="0" destOrd="0" presId="urn:microsoft.com/office/officeart/2005/8/layout/bList2"/>
    <dgm:cxn modelId="{253DE189-3DC8-4BAE-9CC8-46257923078F}" type="presOf" srcId="{830E47E7-500D-46F6-BE7D-19D6DFF4931E}" destId="{5982AA40-DD56-409A-8078-F9450A314AAF}" srcOrd="0" destOrd="1" presId="urn:microsoft.com/office/officeart/2005/8/layout/bList2"/>
    <dgm:cxn modelId="{3B33928B-50B0-42D8-A14D-CE71A2E00424}" srcId="{253A4588-9A59-4790-9B21-AA0113589795}" destId="{DABCC661-7412-4867-81AB-906FDC1F8D97}" srcOrd="2" destOrd="0" parTransId="{D176BBA5-D5E5-4E33-A17C-9DF6BD4BE8E2}" sibTransId="{69753C7C-9E3D-4820-9102-E7EC26502AE3}"/>
    <dgm:cxn modelId="{A893628C-4DA2-4FDE-AF2D-98ECA6AE7F78}" type="presOf" srcId="{9E55AA70-08C6-455B-ABB2-948D12EAED0A}" destId="{78933AFE-6545-4CED-A8CA-E063265F5491}" srcOrd="0" destOrd="0" presId="urn:microsoft.com/office/officeart/2005/8/layout/bList2"/>
    <dgm:cxn modelId="{5398D090-DB04-4DB2-8B2A-A73841190A9A}" type="presOf" srcId="{3C5CB303-55A6-4429-834C-07FEEB399B5A}" destId="{3CB3CE7B-755A-4F95-8A69-E54663882AA4}" srcOrd="0" destOrd="1" presId="urn:microsoft.com/office/officeart/2005/8/layout/bList2"/>
    <dgm:cxn modelId="{31C95292-F45F-443F-96F5-862878FD9AAA}" type="presOf" srcId="{FFE9C094-F9D3-4488-A10E-95D1D0B3FB11}" destId="{F6051DC3-B2C0-4779-BABB-27122C701108}" srcOrd="0" destOrd="0" presId="urn:microsoft.com/office/officeart/2005/8/layout/bList2"/>
    <dgm:cxn modelId="{098B199B-1134-46ED-B2E3-1EF17073ACBB}" type="presOf" srcId="{253A4588-9A59-4790-9B21-AA0113589795}" destId="{455A0E59-116A-4E7E-A9EB-21C6A786828F}" srcOrd="0" destOrd="0" presId="urn:microsoft.com/office/officeart/2005/8/layout/bList2"/>
    <dgm:cxn modelId="{971202A0-82C0-4AA0-82FB-91FCA3A18178}" srcId="{9E55AA70-08C6-455B-ABB2-948D12EAED0A}" destId="{FAA53E90-E2EB-44E1-A566-F4254594541C}" srcOrd="0" destOrd="0" parTransId="{45B335CA-1232-4A64-B786-F48080C9BAD5}" sibTransId="{BC59D7B4-DB0D-424B-A0A4-E696E5AAD9FD}"/>
    <dgm:cxn modelId="{B58392AA-1F0A-424E-9DD0-75E93C77EF1E}" type="presOf" srcId="{FFE9C094-F9D3-4488-A10E-95D1D0B3FB11}" destId="{F76F60F1-B2EB-4145-8B78-51703D3A11B9}" srcOrd="1" destOrd="0" presId="urn:microsoft.com/office/officeart/2005/8/layout/bList2"/>
    <dgm:cxn modelId="{0E185EAD-1955-459B-93D3-0EF9B032C81A}" type="presOf" srcId="{2F85A02D-4317-465C-A7E7-54F3FE682648}" destId="{E6B1A4A6-F964-49B3-8CBE-239048F58489}" srcOrd="0" destOrd="1" presId="urn:microsoft.com/office/officeart/2005/8/layout/bList2"/>
    <dgm:cxn modelId="{96C008B7-F743-4851-B50E-857232427C6E}" srcId="{9E55AA70-08C6-455B-ABB2-948D12EAED0A}" destId="{7A97517C-6DAE-4568-8F38-8275C43635E9}" srcOrd="2" destOrd="0" parTransId="{A938EDE7-94A1-40DE-BA22-0BF5B9225B4E}" sibTransId="{A6BFC782-55FD-4C81-AC6F-C7B6CED9B8FC}"/>
    <dgm:cxn modelId="{35EB22BE-F0F7-46F9-911E-515933954E0D}" type="presOf" srcId="{DF73D838-C866-4C31-9BEE-BE394C5E0A7D}" destId="{9E929A9B-A9C1-45B4-8B77-8F6572A36E8B}" srcOrd="0" destOrd="0" presId="urn:microsoft.com/office/officeart/2005/8/layout/bList2"/>
    <dgm:cxn modelId="{A9E337C1-DEEB-48C1-956F-46318F43E8F0}" type="presOf" srcId="{3D5F598A-3288-4B92-A3D1-4119DF650280}" destId="{03CE3D1B-DF72-4EE7-9118-047B79745860}" srcOrd="0" destOrd="0" presId="urn:microsoft.com/office/officeart/2005/8/layout/bList2"/>
    <dgm:cxn modelId="{ED546BC6-606F-4CB1-92D8-35436750876D}" type="presOf" srcId="{FBB29CEF-6CA3-4A77-B990-2DC501BD392E}" destId="{2E224DE8-5985-43FC-B613-C00B4BFCD44C}" srcOrd="1" destOrd="0" presId="urn:microsoft.com/office/officeart/2005/8/layout/bList2"/>
    <dgm:cxn modelId="{2C7DD8CA-1B4A-4F2E-A678-2FB30614C9F1}" type="presOf" srcId="{FBB29CEF-6CA3-4A77-B990-2DC501BD392E}" destId="{E6C7D10F-E104-4F66-9DE7-E2D6FB90441C}" srcOrd="0" destOrd="0" presId="urn:microsoft.com/office/officeart/2005/8/layout/bList2"/>
    <dgm:cxn modelId="{6D931DCC-61B7-439B-BC3D-42CA4D614EE1}" type="presOf" srcId="{05D97036-6860-4E15-B90E-5C28630FC5E0}" destId="{26B9E44B-0816-4A27-B013-B47F7B213E3E}" srcOrd="0" destOrd="0" presId="urn:microsoft.com/office/officeart/2005/8/layout/bList2"/>
    <dgm:cxn modelId="{8AAB6CCC-C10E-47D5-9051-35EC50886603}" type="presOf" srcId="{153C0BA2-65CD-4C34-8841-69AD48BE915D}" destId="{3CB3CE7B-755A-4F95-8A69-E54663882AA4}" srcOrd="0" destOrd="3" presId="urn:microsoft.com/office/officeart/2005/8/layout/bList2"/>
    <dgm:cxn modelId="{242238D2-701C-44FA-A243-338C1C392209}" type="presOf" srcId="{47BF0688-9D0C-41BB-90F6-AC425BFAF1D3}" destId="{64FC355B-0FDF-42D3-ABB8-37C7474E7FB8}" srcOrd="0" destOrd="0" presId="urn:microsoft.com/office/officeart/2005/8/layout/bList2"/>
    <dgm:cxn modelId="{2D31B6D3-25EC-4F89-A228-399C8F212B5E}" type="presOf" srcId="{9E55AA70-08C6-455B-ABB2-948D12EAED0A}" destId="{ED848E6C-FC01-46AC-951E-0970779FBFA7}" srcOrd="1" destOrd="0" presId="urn:microsoft.com/office/officeart/2005/8/layout/bList2"/>
    <dgm:cxn modelId="{F0D95DDA-9D08-4579-A9A8-35BDF70B92A9}" type="presOf" srcId="{253A4588-9A59-4790-9B21-AA0113589795}" destId="{F09E8A73-B71D-4CA0-897B-296E0C536BEE}" srcOrd="1" destOrd="0" presId="urn:microsoft.com/office/officeart/2005/8/layout/bList2"/>
    <dgm:cxn modelId="{7EAADCE5-301A-48AA-B384-89AA0E9AA242}" type="presOf" srcId="{DABCC661-7412-4867-81AB-906FDC1F8D97}" destId="{BDFC83D8-D3E6-4B48-992D-044F56DD1802}" srcOrd="0" destOrd="2" presId="urn:microsoft.com/office/officeart/2005/8/layout/bList2"/>
    <dgm:cxn modelId="{DC87F3E9-9648-4752-91B3-4694865CDB0D}" type="presOf" srcId="{A5414024-3914-468B-AE47-925A5EAB4054}" destId="{3CB3CE7B-755A-4F95-8A69-E54663882AA4}" srcOrd="0" destOrd="0" presId="urn:microsoft.com/office/officeart/2005/8/layout/bList2"/>
    <dgm:cxn modelId="{6F73DBED-3056-460D-A209-B946BBF4D9F2}" type="presOf" srcId="{BD2AA933-EB81-4885-9B6A-E8B06743CAED}" destId="{62A96F3D-CB72-4293-B799-1190BA84E228}" srcOrd="0" destOrd="0" presId="urn:microsoft.com/office/officeart/2005/8/layout/bList2"/>
    <dgm:cxn modelId="{70BE1DEE-61C2-4BC3-8729-913A5CB14BA1}" type="presOf" srcId="{222A612C-F8C8-4C3D-8E71-8B3B97C439D0}" destId="{3CB3CE7B-755A-4F95-8A69-E54663882AA4}" srcOrd="0" destOrd="2" presId="urn:microsoft.com/office/officeart/2005/8/layout/bList2"/>
    <dgm:cxn modelId="{79E236F0-0321-4DB5-8756-8819B0E35025}" type="presOf" srcId="{FAA53E90-E2EB-44E1-A566-F4254594541C}" destId="{5982AA40-DD56-409A-8078-F9450A314AAF}" srcOrd="0" destOrd="0" presId="urn:microsoft.com/office/officeart/2005/8/layout/bList2"/>
    <dgm:cxn modelId="{558FCAF1-3E9A-4D06-8173-F02ED423A767}" srcId="{FBB29CEF-6CA3-4A77-B990-2DC501BD392E}" destId="{A5414024-3914-468B-AE47-925A5EAB4054}" srcOrd="0" destOrd="0" parTransId="{1C6BB5B4-1BC9-404B-A8C7-D7C5E4677DA7}" sibTransId="{1B53991E-C213-435C-9FE5-5D100F3497B4}"/>
    <dgm:cxn modelId="{CE376FF3-72E5-4FE5-8A67-93A56761C72B}" type="presOf" srcId="{7A97517C-6DAE-4568-8F38-8275C43635E9}" destId="{5982AA40-DD56-409A-8078-F9450A314AAF}" srcOrd="0" destOrd="2" presId="urn:microsoft.com/office/officeart/2005/8/layout/bList2"/>
    <dgm:cxn modelId="{FECF74FD-6BF1-4054-B616-6E9E63937189}" type="presOf" srcId="{0A06A1A2-0515-49A6-A420-AFE3CBD16578}" destId="{A33BEAD8-CDD2-42B6-A27F-42831A6FB08E}" srcOrd="0" destOrd="0" presId="urn:microsoft.com/office/officeart/2005/8/layout/bList2"/>
    <dgm:cxn modelId="{A842E9FE-1904-4162-9EFD-D1C5C3408E42}" srcId="{9E55AA70-08C6-455B-ABB2-948D12EAED0A}" destId="{E112804E-5E92-46ED-A092-24EB9DE46F14}" srcOrd="3" destOrd="0" parTransId="{968399C8-22D3-4192-AA50-67C6E3654563}" sibTransId="{F1859A5F-0A6B-4189-B84A-C4A97629A94D}"/>
    <dgm:cxn modelId="{3035EA00-7C3C-4B36-95C2-ABD496C0CE28}" type="presParOf" srcId="{9E929A9B-A9C1-45B4-8B77-8F6572A36E8B}" destId="{7096F93F-9167-4539-8CFD-5D459DB20F2F}" srcOrd="0" destOrd="0" presId="urn:microsoft.com/office/officeart/2005/8/layout/bList2"/>
    <dgm:cxn modelId="{054844A1-833E-42E0-8080-2A97B8D9E173}" type="presParOf" srcId="{7096F93F-9167-4539-8CFD-5D459DB20F2F}" destId="{3CB3CE7B-755A-4F95-8A69-E54663882AA4}" srcOrd="0" destOrd="0" presId="urn:microsoft.com/office/officeart/2005/8/layout/bList2"/>
    <dgm:cxn modelId="{05E48BC7-8964-47CB-BAF0-68DCC87F74F8}" type="presParOf" srcId="{7096F93F-9167-4539-8CFD-5D459DB20F2F}" destId="{E6C7D10F-E104-4F66-9DE7-E2D6FB90441C}" srcOrd="1" destOrd="0" presId="urn:microsoft.com/office/officeart/2005/8/layout/bList2"/>
    <dgm:cxn modelId="{3360E2CC-50DC-4978-8F8E-6F1F5DF7B162}" type="presParOf" srcId="{7096F93F-9167-4539-8CFD-5D459DB20F2F}" destId="{2E224DE8-5985-43FC-B613-C00B4BFCD44C}" srcOrd="2" destOrd="0" presId="urn:microsoft.com/office/officeart/2005/8/layout/bList2"/>
    <dgm:cxn modelId="{19421A40-574C-4FB8-B75D-2A5E77B0C086}" type="presParOf" srcId="{7096F93F-9167-4539-8CFD-5D459DB20F2F}" destId="{85056558-0CA5-46B4-93AD-B9A9EFCB4C2C}" srcOrd="3" destOrd="0" presId="urn:microsoft.com/office/officeart/2005/8/layout/bList2"/>
    <dgm:cxn modelId="{2BFB049A-340F-4627-8D7A-FE3C78C97153}" type="presParOf" srcId="{9E929A9B-A9C1-45B4-8B77-8F6572A36E8B}" destId="{03CE3D1B-DF72-4EE7-9118-047B79745860}" srcOrd="1" destOrd="0" presId="urn:microsoft.com/office/officeart/2005/8/layout/bList2"/>
    <dgm:cxn modelId="{143A25A4-A9DE-4904-9621-4626E55CE605}" type="presParOf" srcId="{9E929A9B-A9C1-45B4-8B77-8F6572A36E8B}" destId="{A519B9C9-89C2-4F3C-8DA0-228D978D2609}" srcOrd="2" destOrd="0" presId="urn:microsoft.com/office/officeart/2005/8/layout/bList2"/>
    <dgm:cxn modelId="{C387CB1A-275D-4784-9A4A-2EB1926AE8CA}" type="presParOf" srcId="{A519B9C9-89C2-4F3C-8DA0-228D978D2609}" destId="{BDFC83D8-D3E6-4B48-992D-044F56DD1802}" srcOrd="0" destOrd="0" presId="urn:microsoft.com/office/officeart/2005/8/layout/bList2"/>
    <dgm:cxn modelId="{7EBA82DA-DAA6-44A2-9B0C-34B4563CAF56}" type="presParOf" srcId="{A519B9C9-89C2-4F3C-8DA0-228D978D2609}" destId="{455A0E59-116A-4E7E-A9EB-21C6A786828F}" srcOrd="1" destOrd="0" presId="urn:microsoft.com/office/officeart/2005/8/layout/bList2"/>
    <dgm:cxn modelId="{4853A55E-A846-4AEE-98A9-D5E86A2D3FBA}" type="presParOf" srcId="{A519B9C9-89C2-4F3C-8DA0-228D978D2609}" destId="{F09E8A73-B71D-4CA0-897B-296E0C536BEE}" srcOrd="2" destOrd="0" presId="urn:microsoft.com/office/officeart/2005/8/layout/bList2"/>
    <dgm:cxn modelId="{DA9A56AE-D3CA-4059-990F-8A5EEEB1FC3A}" type="presParOf" srcId="{A519B9C9-89C2-4F3C-8DA0-228D978D2609}" destId="{1A7F28C3-C767-4311-9E0B-F52C2B18A5A4}" srcOrd="3" destOrd="0" presId="urn:microsoft.com/office/officeart/2005/8/layout/bList2"/>
    <dgm:cxn modelId="{745944C9-0B39-43D7-929C-A02435827F14}" type="presParOf" srcId="{9E929A9B-A9C1-45B4-8B77-8F6572A36E8B}" destId="{C2E27815-7499-4E09-86B2-27692CC19BCB}" srcOrd="3" destOrd="0" presId="urn:microsoft.com/office/officeart/2005/8/layout/bList2"/>
    <dgm:cxn modelId="{B9F3B7D0-55FC-4663-AF4A-BB53A9036DD1}" type="presParOf" srcId="{9E929A9B-A9C1-45B4-8B77-8F6572A36E8B}" destId="{6127E0DA-CEF2-46B9-AE63-6A1DE2593285}" srcOrd="4" destOrd="0" presId="urn:microsoft.com/office/officeart/2005/8/layout/bList2"/>
    <dgm:cxn modelId="{8465C6A2-71EC-499B-AACB-C6443FD6C0A0}" type="presParOf" srcId="{6127E0DA-CEF2-46B9-AE63-6A1DE2593285}" destId="{5982AA40-DD56-409A-8078-F9450A314AAF}" srcOrd="0" destOrd="0" presId="urn:microsoft.com/office/officeart/2005/8/layout/bList2"/>
    <dgm:cxn modelId="{38B337E9-94B5-402F-A1B1-D6EF04630857}" type="presParOf" srcId="{6127E0DA-CEF2-46B9-AE63-6A1DE2593285}" destId="{78933AFE-6545-4CED-A8CA-E063265F5491}" srcOrd="1" destOrd="0" presId="urn:microsoft.com/office/officeart/2005/8/layout/bList2"/>
    <dgm:cxn modelId="{31C9F002-1A61-4CD6-8881-FEEE100F7F21}" type="presParOf" srcId="{6127E0DA-CEF2-46B9-AE63-6A1DE2593285}" destId="{ED848E6C-FC01-46AC-951E-0970779FBFA7}" srcOrd="2" destOrd="0" presId="urn:microsoft.com/office/officeart/2005/8/layout/bList2"/>
    <dgm:cxn modelId="{42E81A16-EA70-4C9F-83FE-4C3C3E94A709}" type="presParOf" srcId="{6127E0DA-CEF2-46B9-AE63-6A1DE2593285}" destId="{2033DC76-57D5-45E4-BCFF-48FCE0D3742E}" srcOrd="3" destOrd="0" presId="urn:microsoft.com/office/officeart/2005/8/layout/bList2"/>
    <dgm:cxn modelId="{50918F1F-1724-46E8-9749-C6E6DC2149E1}" type="presParOf" srcId="{9E929A9B-A9C1-45B4-8B77-8F6572A36E8B}" destId="{26B9E44B-0816-4A27-B013-B47F7B213E3E}" srcOrd="5" destOrd="0" presId="urn:microsoft.com/office/officeart/2005/8/layout/bList2"/>
    <dgm:cxn modelId="{E775F65A-04D2-447F-86A5-C256EBBB443F}" type="presParOf" srcId="{9E929A9B-A9C1-45B4-8B77-8F6572A36E8B}" destId="{7392BC21-D49A-4663-9FDE-406FD6AE0748}" srcOrd="6" destOrd="0" presId="urn:microsoft.com/office/officeart/2005/8/layout/bList2"/>
    <dgm:cxn modelId="{8F650D3A-8B5E-4E13-80ED-9473AC04E4C5}" type="presParOf" srcId="{7392BC21-D49A-4663-9FDE-406FD6AE0748}" destId="{528550E8-02B5-4073-8643-79C442E013D1}" srcOrd="0" destOrd="0" presId="urn:microsoft.com/office/officeart/2005/8/layout/bList2"/>
    <dgm:cxn modelId="{1278D2F1-B419-49BC-998C-AA485C424187}" type="presParOf" srcId="{7392BC21-D49A-4663-9FDE-406FD6AE0748}" destId="{F6051DC3-B2C0-4779-BABB-27122C701108}" srcOrd="1" destOrd="0" presId="urn:microsoft.com/office/officeart/2005/8/layout/bList2"/>
    <dgm:cxn modelId="{0D8C6DD3-E69F-4474-8394-C21693488B52}" type="presParOf" srcId="{7392BC21-D49A-4663-9FDE-406FD6AE0748}" destId="{F76F60F1-B2EB-4145-8B78-51703D3A11B9}" srcOrd="2" destOrd="0" presId="urn:microsoft.com/office/officeart/2005/8/layout/bList2"/>
    <dgm:cxn modelId="{E855254E-1ACF-4F6E-814A-3901DA04D73C}" type="presParOf" srcId="{7392BC21-D49A-4663-9FDE-406FD6AE0748}" destId="{33BF6E2E-5378-4C6C-88BC-27425EF81A6C}" srcOrd="3" destOrd="0" presId="urn:microsoft.com/office/officeart/2005/8/layout/bList2"/>
    <dgm:cxn modelId="{80E5BDE5-84F9-4B0E-960A-894787DF3E7F}" type="presParOf" srcId="{9E929A9B-A9C1-45B4-8B77-8F6572A36E8B}" destId="{A51C3F9A-1608-425F-A681-3E7CBDC852AB}" srcOrd="7" destOrd="0" presId="urn:microsoft.com/office/officeart/2005/8/layout/bList2"/>
    <dgm:cxn modelId="{6FE6EB20-B5AA-460A-87DF-A81E4EB1240A}" type="presParOf" srcId="{9E929A9B-A9C1-45B4-8B77-8F6572A36E8B}" destId="{D705AC2A-8DB2-4594-9EE7-F8D9055B7DB3}" srcOrd="8" destOrd="0" presId="urn:microsoft.com/office/officeart/2005/8/layout/bList2"/>
    <dgm:cxn modelId="{609BCDEE-E88A-422E-9609-06B92E99EED6}" type="presParOf" srcId="{D705AC2A-8DB2-4594-9EE7-F8D9055B7DB3}" destId="{E6B1A4A6-F964-49B3-8CBE-239048F58489}" srcOrd="0" destOrd="0" presId="urn:microsoft.com/office/officeart/2005/8/layout/bList2"/>
    <dgm:cxn modelId="{85964C6C-71DF-41E3-9F26-A2C0EC7AF1F4}" type="presParOf" srcId="{D705AC2A-8DB2-4594-9EE7-F8D9055B7DB3}" destId="{A33BEAD8-CDD2-42B6-A27F-42831A6FB08E}" srcOrd="1" destOrd="0" presId="urn:microsoft.com/office/officeart/2005/8/layout/bList2"/>
    <dgm:cxn modelId="{E18C7BB2-436F-41FC-B798-5CDFA5A9DC49}" type="presParOf" srcId="{D705AC2A-8DB2-4594-9EE7-F8D9055B7DB3}" destId="{44D400FB-400D-4EEA-9B55-5637D3E681F0}" srcOrd="2" destOrd="0" presId="urn:microsoft.com/office/officeart/2005/8/layout/bList2"/>
    <dgm:cxn modelId="{D204D212-A073-4BF2-A4E4-63255BC186E6}" type="presParOf" srcId="{D705AC2A-8DB2-4594-9EE7-F8D9055B7DB3}" destId="{FB3D2AD7-2B2B-4E37-8AA8-F402A92A7FB7}" srcOrd="3" destOrd="0" presId="urn:microsoft.com/office/officeart/2005/8/layout/bList2"/>
    <dgm:cxn modelId="{EB53E0C3-D980-4A25-A42C-71ED19E4FF0A}" type="presParOf" srcId="{9E929A9B-A9C1-45B4-8B77-8F6572A36E8B}" destId="{64FC355B-0FDF-42D3-ABB8-37C7474E7FB8}" srcOrd="9" destOrd="0" presId="urn:microsoft.com/office/officeart/2005/8/layout/bList2"/>
    <dgm:cxn modelId="{54A58EC0-85B5-43CF-A575-5EBBF693220C}" type="presParOf" srcId="{9E929A9B-A9C1-45B4-8B77-8F6572A36E8B}" destId="{EE60914C-087A-422F-8CBB-76F910AE7520}" srcOrd="10" destOrd="0" presId="urn:microsoft.com/office/officeart/2005/8/layout/bList2"/>
    <dgm:cxn modelId="{5D97673D-CD31-407A-8804-AD3F38E0833D}" type="presParOf" srcId="{EE60914C-087A-422F-8CBB-76F910AE7520}" destId="{FE21F56A-CDD4-44A2-8115-A247EA6DC52D}" srcOrd="0" destOrd="0" presId="urn:microsoft.com/office/officeart/2005/8/layout/bList2"/>
    <dgm:cxn modelId="{B3146686-3A3D-48FA-833A-31B5D13E01F7}" type="presParOf" srcId="{EE60914C-087A-422F-8CBB-76F910AE7520}" destId="{62A96F3D-CB72-4293-B799-1190BA84E228}" srcOrd="1" destOrd="0" presId="urn:microsoft.com/office/officeart/2005/8/layout/bList2"/>
    <dgm:cxn modelId="{D3A8E30B-F229-4F78-9857-9012CDADDAED}" type="presParOf" srcId="{EE60914C-087A-422F-8CBB-76F910AE7520}" destId="{CFF2EA68-F5B3-4B40-AAAA-CF1EC658F0E0}" srcOrd="2" destOrd="0" presId="urn:microsoft.com/office/officeart/2005/8/layout/bList2"/>
    <dgm:cxn modelId="{48784357-1601-49CD-AD1F-40D644AFC41A}" type="presParOf" srcId="{EE60914C-087A-422F-8CBB-76F910AE7520}" destId="{9D3B1CDA-8ADF-4419-A6CD-BE63E7A02E3F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A84112-AE9C-4332-AD74-8227C5A70B45}" type="doc">
      <dgm:prSet loTypeId="urn:microsoft.com/office/officeart/2005/8/layout/radial6" loCatId="relationship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42456D7F-4E1E-46A9-96C8-ED234F4DDC17}">
      <dgm:prSet phldrT="[Text]" phldr="0" custT="1"/>
      <dgm:spPr/>
      <dgm:t>
        <a:bodyPr/>
        <a:lstStyle/>
        <a:p>
          <a:r>
            <a:rPr lang="en-GB" sz="800" dirty="0"/>
            <a:t>AUTOMATION TRANSFORMATION</a:t>
          </a:r>
        </a:p>
      </dgm:t>
    </dgm:pt>
    <dgm:pt modelId="{B8477F46-26BB-4DB6-A69B-71A8AFD5627C}" type="parTrans" cxnId="{E57142DA-9289-4DBB-8D23-AF4B58E562A0}">
      <dgm:prSet/>
      <dgm:spPr/>
      <dgm:t>
        <a:bodyPr/>
        <a:lstStyle/>
        <a:p>
          <a:endParaRPr lang="en-GB"/>
        </a:p>
      </dgm:t>
    </dgm:pt>
    <dgm:pt modelId="{0624C99D-5CC5-4277-B723-0641080BD55E}" type="sibTrans" cxnId="{E57142DA-9289-4DBB-8D23-AF4B58E562A0}">
      <dgm:prSet/>
      <dgm:spPr/>
      <dgm:t>
        <a:bodyPr/>
        <a:lstStyle/>
        <a:p>
          <a:endParaRPr lang="en-GB"/>
        </a:p>
      </dgm:t>
    </dgm:pt>
    <dgm:pt modelId="{BFAA4CB2-BF77-43E8-8740-08E6B0D781B1}">
      <dgm:prSet phldrT="[Text]" phldr="0"/>
      <dgm:spPr/>
      <dgm:t>
        <a:bodyPr/>
        <a:lstStyle/>
        <a:p>
          <a:r>
            <a:rPr lang="en-GB" dirty="0"/>
            <a:t>RPA</a:t>
          </a:r>
        </a:p>
      </dgm:t>
    </dgm:pt>
    <dgm:pt modelId="{C577708C-DC77-4C93-9661-713E5B8DD4BA}" type="parTrans" cxnId="{FAC54C34-3CFE-4412-8B0C-599FE8499D52}">
      <dgm:prSet/>
      <dgm:spPr/>
      <dgm:t>
        <a:bodyPr/>
        <a:lstStyle/>
        <a:p>
          <a:endParaRPr lang="en-GB"/>
        </a:p>
      </dgm:t>
    </dgm:pt>
    <dgm:pt modelId="{53E1B98C-E870-4579-950C-EED26E96B55E}" type="sibTrans" cxnId="{FAC54C34-3CFE-4412-8B0C-599FE8499D52}">
      <dgm:prSet/>
      <dgm:spPr/>
      <dgm:t>
        <a:bodyPr/>
        <a:lstStyle/>
        <a:p>
          <a:endParaRPr lang="en-GB"/>
        </a:p>
      </dgm:t>
    </dgm:pt>
    <dgm:pt modelId="{7D415197-458A-4D5C-9E79-CAB201FE724C}">
      <dgm:prSet phldrT="[Text]" phldr="0"/>
      <dgm:spPr/>
      <dgm:t>
        <a:bodyPr/>
        <a:lstStyle/>
        <a:p>
          <a:r>
            <a:rPr lang="en-GB" dirty="0"/>
            <a:t>SPA</a:t>
          </a:r>
        </a:p>
      </dgm:t>
    </dgm:pt>
    <dgm:pt modelId="{A2B2A54F-827C-4593-9221-8A997AF01095}" type="parTrans" cxnId="{EF5AC57D-09BC-4FB2-B3DC-FA9B51C31755}">
      <dgm:prSet/>
      <dgm:spPr/>
      <dgm:t>
        <a:bodyPr/>
        <a:lstStyle/>
        <a:p>
          <a:endParaRPr lang="en-GB"/>
        </a:p>
      </dgm:t>
    </dgm:pt>
    <dgm:pt modelId="{2EE9E676-3843-4C54-A978-9C6829C39932}" type="sibTrans" cxnId="{EF5AC57D-09BC-4FB2-B3DC-FA9B51C31755}">
      <dgm:prSet/>
      <dgm:spPr/>
      <dgm:t>
        <a:bodyPr/>
        <a:lstStyle/>
        <a:p>
          <a:endParaRPr lang="en-GB"/>
        </a:p>
      </dgm:t>
    </dgm:pt>
    <dgm:pt modelId="{BADB0E9C-E44C-4FF5-9221-B2519D9333F8}">
      <dgm:prSet phldrT="[Text]" phldr="0"/>
      <dgm:spPr/>
      <dgm:t>
        <a:bodyPr/>
        <a:lstStyle/>
        <a:p>
          <a:r>
            <a:rPr lang="en-GB" dirty="0"/>
            <a:t>AI</a:t>
          </a:r>
        </a:p>
      </dgm:t>
    </dgm:pt>
    <dgm:pt modelId="{B3CC38F1-4394-4643-AB43-7AF0CC93CA10}" type="parTrans" cxnId="{BEB46B4F-CCD9-4AFE-A51D-D98F78184325}">
      <dgm:prSet/>
      <dgm:spPr/>
      <dgm:t>
        <a:bodyPr/>
        <a:lstStyle/>
        <a:p>
          <a:endParaRPr lang="en-GB"/>
        </a:p>
      </dgm:t>
    </dgm:pt>
    <dgm:pt modelId="{2EDB268E-10E2-4F00-84DA-24DCCA3C012A}" type="sibTrans" cxnId="{BEB46B4F-CCD9-4AFE-A51D-D98F78184325}">
      <dgm:prSet/>
      <dgm:spPr/>
      <dgm:t>
        <a:bodyPr/>
        <a:lstStyle/>
        <a:p>
          <a:endParaRPr lang="en-GB"/>
        </a:p>
      </dgm:t>
    </dgm:pt>
    <dgm:pt modelId="{C56EA618-DDF9-4255-BBBD-81E3A079EDDD}">
      <dgm:prSet phldrT="[Text]" phldr="0"/>
      <dgm:spPr/>
      <dgm:t>
        <a:bodyPr/>
        <a:lstStyle/>
        <a:p>
          <a:r>
            <a:rPr lang="en-GB" dirty="0"/>
            <a:t>ML</a:t>
          </a:r>
        </a:p>
      </dgm:t>
    </dgm:pt>
    <dgm:pt modelId="{B7B6B8D5-14E9-411F-994C-D30F97EB5335}" type="parTrans" cxnId="{9EA5EB24-7896-45EC-A463-635C751465F2}">
      <dgm:prSet/>
      <dgm:spPr/>
      <dgm:t>
        <a:bodyPr/>
        <a:lstStyle/>
        <a:p>
          <a:endParaRPr lang="en-GB"/>
        </a:p>
      </dgm:t>
    </dgm:pt>
    <dgm:pt modelId="{93E4117F-A87E-4AF6-A0A9-881D3C6401D8}" type="sibTrans" cxnId="{9EA5EB24-7896-45EC-A463-635C751465F2}">
      <dgm:prSet/>
      <dgm:spPr/>
      <dgm:t>
        <a:bodyPr/>
        <a:lstStyle/>
        <a:p>
          <a:endParaRPr lang="en-GB"/>
        </a:p>
      </dgm:t>
    </dgm:pt>
    <dgm:pt modelId="{7E1B6AD1-CE53-457F-826C-E7AACBEAF136}" type="pres">
      <dgm:prSet presAssocID="{25A84112-AE9C-4332-AD74-8227C5A70B45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8223F14-C7AC-4B59-808E-EC87CEAD5DA0}" type="pres">
      <dgm:prSet presAssocID="{42456D7F-4E1E-46A9-96C8-ED234F4DDC17}" presName="centerShape" presStyleLbl="node0" presStyleIdx="0" presStyleCnt="1"/>
      <dgm:spPr/>
    </dgm:pt>
    <dgm:pt modelId="{12AE3E33-565B-42F8-BBC8-3F6FAA8E5FCB}" type="pres">
      <dgm:prSet presAssocID="{BFAA4CB2-BF77-43E8-8740-08E6B0D781B1}" presName="node" presStyleLbl="node1" presStyleIdx="0" presStyleCnt="4">
        <dgm:presLayoutVars>
          <dgm:bulletEnabled val="1"/>
        </dgm:presLayoutVars>
      </dgm:prSet>
      <dgm:spPr/>
    </dgm:pt>
    <dgm:pt modelId="{1814C16B-2DEA-410D-A762-71CD752177BF}" type="pres">
      <dgm:prSet presAssocID="{BFAA4CB2-BF77-43E8-8740-08E6B0D781B1}" presName="dummy" presStyleCnt="0"/>
      <dgm:spPr/>
    </dgm:pt>
    <dgm:pt modelId="{547CBBED-6253-4823-B4F1-6958EA9C3BC2}" type="pres">
      <dgm:prSet presAssocID="{53E1B98C-E870-4579-950C-EED26E96B55E}" presName="sibTrans" presStyleLbl="sibTrans2D1" presStyleIdx="0" presStyleCnt="4"/>
      <dgm:spPr/>
    </dgm:pt>
    <dgm:pt modelId="{909A39FE-0DAE-49D6-B34F-FB82D70AD2B8}" type="pres">
      <dgm:prSet presAssocID="{7D415197-458A-4D5C-9E79-CAB201FE724C}" presName="node" presStyleLbl="node1" presStyleIdx="1" presStyleCnt="4">
        <dgm:presLayoutVars>
          <dgm:bulletEnabled val="1"/>
        </dgm:presLayoutVars>
      </dgm:prSet>
      <dgm:spPr/>
    </dgm:pt>
    <dgm:pt modelId="{FF731A4C-6C47-4ADD-9086-207B6291D91F}" type="pres">
      <dgm:prSet presAssocID="{7D415197-458A-4D5C-9E79-CAB201FE724C}" presName="dummy" presStyleCnt="0"/>
      <dgm:spPr/>
    </dgm:pt>
    <dgm:pt modelId="{7FE13028-BE3C-4979-80B5-34938F430F49}" type="pres">
      <dgm:prSet presAssocID="{2EE9E676-3843-4C54-A978-9C6829C39932}" presName="sibTrans" presStyleLbl="sibTrans2D1" presStyleIdx="1" presStyleCnt="4"/>
      <dgm:spPr/>
    </dgm:pt>
    <dgm:pt modelId="{D80E9534-9784-41CA-9187-AA4DBBB466AB}" type="pres">
      <dgm:prSet presAssocID="{BADB0E9C-E44C-4FF5-9221-B2519D9333F8}" presName="node" presStyleLbl="node1" presStyleIdx="2" presStyleCnt="4">
        <dgm:presLayoutVars>
          <dgm:bulletEnabled val="1"/>
        </dgm:presLayoutVars>
      </dgm:prSet>
      <dgm:spPr/>
    </dgm:pt>
    <dgm:pt modelId="{115EB470-20AE-4DD6-90C9-2862DBF6ABFB}" type="pres">
      <dgm:prSet presAssocID="{BADB0E9C-E44C-4FF5-9221-B2519D9333F8}" presName="dummy" presStyleCnt="0"/>
      <dgm:spPr/>
    </dgm:pt>
    <dgm:pt modelId="{9D174BA9-BE4D-48FC-9A5F-91274011C7DB}" type="pres">
      <dgm:prSet presAssocID="{2EDB268E-10E2-4F00-84DA-24DCCA3C012A}" presName="sibTrans" presStyleLbl="sibTrans2D1" presStyleIdx="2" presStyleCnt="4"/>
      <dgm:spPr/>
    </dgm:pt>
    <dgm:pt modelId="{E3D09284-A434-463D-BB0F-589D606885D1}" type="pres">
      <dgm:prSet presAssocID="{C56EA618-DDF9-4255-BBBD-81E3A079EDDD}" presName="node" presStyleLbl="node1" presStyleIdx="3" presStyleCnt="4">
        <dgm:presLayoutVars>
          <dgm:bulletEnabled val="1"/>
        </dgm:presLayoutVars>
      </dgm:prSet>
      <dgm:spPr/>
    </dgm:pt>
    <dgm:pt modelId="{F2EB9AFC-902B-46AD-B45B-CA7FD3A1CA98}" type="pres">
      <dgm:prSet presAssocID="{C56EA618-DDF9-4255-BBBD-81E3A079EDDD}" presName="dummy" presStyleCnt="0"/>
      <dgm:spPr/>
    </dgm:pt>
    <dgm:pt modelId="{372712FE-AB29-4FFC-A12B-1CDF9E05E2F1}" type="pres">
      <dgm:prSet presAssocID="{93E4117F-A87E-4AF6-A0A9-881D3C6401D8}" presName="sibTrans" presStyleLbl="sibTrans2D1" presStyleIdx="3" presStyleCnt="4"/>
      <dgm:spPr/>
    </dgm:pt>
  </dgm:ptLst>
  <dgm:cxnLst>
    <dgm:cxn modelId="{9EA5EB24-7896-45EC-A463-635C751465F2}" srcId="{42456D7F-4E1E-46A9-96C8-ED234F4DDC17}" destId="{C56EA618-DDF9-4255-BBBD-81E3A079EDDD}" srcOrd="3" destOrd="0" parTransId="{B7B6B8D5-14E9-411F-994C-D30F97EB5335}" sibTransId="{93E4117F-A87E-4AF6-A0A9-881D3C6401D8}"/>
    <dgm:cxn modelId="{FAC54C34-3CFE-4412-8B0C-599FE8499D52}" srcId="{42456D7F-4E1E-46A9-96C8-ED234F4DDC17}" destId="{BFAA4CB2-BF77-43E8-8740-08E6B0D781B1}" srcOrd="0" destOrd="0" parTransId="{C577708C-DC77-4C93-9661-713E5B8DD4BA}" sibTransId="{53E1B98C-E870-4579-950C-EED26E96B55E}"/>
    <dgm:cxn modelId="{26EDB23C-4C43-4A0B-BFA0-C1499C1FEF9F}" type="presOf" srcId="{2EDB268E-10E2-4F00-84DA-24DCCA3C012A}" destId="{9D174BA9-BE4D-48FC-9A5F-91274011C7DB}" srcOrd="0" destOrd="0" presId="urn:microsoft.com/office/officeart/2005/8/layout/radial6"/>
    <dgm:cxn modelId="{06CDA440-38F5-40C4-9A01-8825122C2462}" type="presOf" srcId="{42456D7F-4E1E-46A9-96C8-ED234F4DDC17}" destId="{A8223F14-C7AC-4B59-808E-EC87CEAD5DA0}" srcOrd="0" destOrd="0" presId="urn:microsoft.com/office/officeart/2005/8/layout/radial6"/>
    <dgm:cxn modelId="{FF342245-69CF-4E72-9A80-28F9BF046621}" type="presOf" srcId="{BADB0E9C-E44C-4FF5-9221-B2519D9333F8}" destId="{D80E9534-9784-41CA-9187-AA4DBBB466AB}" srcOrd="0" destOrd="0" presId="urn:microsoft.com/office/officeart/2005/8/layout/radial6"/>
    <dgm:cxn modelId="{3596BE69-945C-4AE1-AB5B-0CBA22BC5674}" type="presOf" srcId="{93E4117F-A87E-4AF6-A0A9-881D3C6401D8}" destId="{372712FE-AB29-4FFC-A12B-1CDF9E05E2F1}" srcOrd="0" destOrd="0" presId="urn:microsoft.com/office/officeart/2005/8/layout/radial6"/>
    <dgm:cxn modelId="{BEB46B4F-CCD9-4AFE-A51D-D98F78184325}" srcId="{42456D7F-4E1E-46A9-96C8-ED234F4DDC17}" destId="{BADB0E9C-E44C-4FF5-9221-B2519D9333F8}" srcOrd="2" destOrd="0" parTransId="{B3CC38F1-4394-4643-AB43-7AF0CC93CA10}" sibTransId="{2EDB268E-10E2-4F00-84DA-24DCCA3C012A}"/>
    <dgm:cxn modelId="{EF5AC57D-09BC-4FB2-B3DC-FA9B51C31755}" srcId="{42456D7F-4E1E-46A9-96C8-ED234F4DDC17}" destId="{7D415197-458A-4D5C-9E79-CAB201FE724C}" srcOrd="1" destOrd="0" parTransId="{A2B2A54F-827C-4593-9221-8A997AF01095}" sibTransId="{2EE9E676-3843-4C54-A978-9C6829C39932}"/>
    <dgm:cxn modelId="{155DF8B7-42E8-4B99-9FC7-3C76A0A07660}" type="presOf" srcId="{2EE9E676-3843-4C54-A978-9C6829C39932}" destId="{7FE13028-BE3C-4979-80B5-34938F430F49}" srcOrd="0" destOrd="0" presId="urn:microsoft.com/office/officeart/2005/8/layout/radial6"/>
    <dgm:cxn modelId="{A08DB4BE-996B-4327-9EA5-BB7F00586C76}" type="presOf" srcId="{7D415197-458A-4D5C-9E79-CAB201FE724C}" destId="{909A39FE-0DAE-49D6-B34F-FB82D70AD2B8}" srcOrd="0" destOrd="0" presId="urn:microsoft.com/office/officeart/2005/8/layout/radial6"/>
    <dgm:cxn modelId="{E8606FC7-9FEB-4A95-884E-BBE8061F96A0}" type="presOf" srcId="{C56EA618-DDF9-4255-BBBD-81E3A079EDDD}" destId="{E3D09284-A434-463D-BB0F-589D606885D1}" srcOrd="0" destOrd="0" presId="urn:microsoft.com/office/officeart/2005/8/layout/radial6"/>
    <dgm:cxn modelId="{088ECDC7-23ED-4606-BA75-1B42995E3B96}" type="presOf" srcId="{BFAA4CB2-BF77-43E8-8740-08E6B0D781B1}" destId="{12AE3E33-565B-42F8-BBC8-3F6FAA8E5FCB}" srcOrd="0" destOrd="0" presId="urn:microsoft.com/office/officeart/2005/8/layout/radial6"/>
    <dgm:cxn modelId="{F2F0C2D8-DA65-40A7-8893-5679AF16E529}" type="presOf" srcId="{53E1B98C-E870-4579-950C-EED26E96B55E}" destId="{547CBBED-6253-4823-B4F1-6958EA9C3BC2}" srcOrd="0" destOrd="0" presId="urn:microsoft.com/office/officeart/2005/8/layout/radial6"/>
    <dgm:cxn modelId="{E57142DA-9289-4DBB-8D23-AF4B58E562A0}" srcId="{25A84112-AE9C-4332-AD74-8227C5A70B45}" destId="{42456D7F-4E1E-46A9-96C8-ED234F4DDC17}" srcOrd="0" destOrd="0" parTransId="{B8477F46-26BB-4DB6-A69B-71A8AFD5627C}" sibTransId="{0624C99D-5CC5-4277-B723-0641080BD55E}"/>
    <dgm:cxn modelId="{5C5880FA-22CA-4301-BD0D-562E08A082A1}" type="presOf" srcId="{25A84112-AE9C-4332-AD74-8227C5A70B45}" destId="{7E1B6AD1-CE53-457F-826C-E7AACBEAF136}" srcOrd="0" destOrd="0" presId="urn:microsoft.com/office/officeart/2005/8/layout/radial6"/>
    <dgm:cxn modelId="{DDE66E21-DEE2-4A3C-8EE2-2D45420275D5}" type="presParOf" srcId="{7E1B6AD1-CE53-457F-826C-E7AACBEAF136}" destId="{A8223F14-C7AC-4B59-808E-EC87CEAD5DA0}" srcOrd="0" destOrd="0" presId="urn:microsoft.com/office/officeart/2005/8/layout/radial6"/>
    <dgm:cxn modelId="{C93E7BFE-8BC4-46CF-8621-DB4535DA2008}" type="presParOf" srcId="{7E1B6AD1-CE53-457F-826C-E7AACBEAF136}" destId="{12AE3E33-565B-42F8-BBC8-3F6FAA8E5FCB}" srcOrd="1" destOrd="0" presId="urn:microsoft.com/office/officeart/2005/8/layout/radial6"/>
    <dgm:cxn modelId="{FF0A8B55-1C05-40C2-8AAF-4A0D1485F1B1}" type="presParOf" srcId="{7E1B6AD1-CE53-457F-826C-E7AACBEAF136}" destId="{1814C16B-2DEA-410D-A762-71CD752177BF}" srcOrd="2" destOrd="0" presId="urn:microsoft.com/office/officeart/2005/8/layout/radial6"/>
    <dgm:cxn modelId="{CB2C8F7C-FA48-4134-9EE0-F6E5140E6D9B}" type="presParOf" srcId="{7E1B6AD1-CE53-457F-826C-E7AACBEAF136}" destId="{547CBBED-6253-4823-B4F1-6958EA9C3BC2}" srcOrd="3" destOrd="0" presId="urn:microsoft.com/office/officeart/2005/8/layout/radial6"/>
    <dgm:cxn modelId="{48E0AC17-0EA3-422F-BB6C-6BC419BB0BF0}" type="presParOf" srcId="{7E1B6AD1-CE53-457F-826C-E7AACBEAF136}" destId="{909A39FE-0DAE-49D6-B34F-FB82D70AD2B8}" srcOrd="4" destOrd="0" presId="urn:microsoft.com/office/officeart/2005/8/layout/radial6"/>
    <dgm:cxn modelId="{9DABB85D-984C-4343-9F21-5285F1CE143A}" type="presParOf" srcId="{7E1B6AD1-CE53-457F-826C-E7AACBEAF136}" destId="{FF731A4C-6C47-4ADD-9086-207B6291D91F}" srcOrd="5" destOrd="0" presId="urn:microsoft.com/office/officeart/2005/8/layout/radial6"/>
    <dgm:cxn modelId="{026C91D1-C1E0-4FC9-926A-3593C85664EB}" type="presParOf" srcId="{7E1B6AD1-CE53-457F-826C-E7AACBEAF136}" destId="{7FE13028-BE3C-4979-80B5-34938F430F49}" srcOrd="6" destOrd="0" presId="urn:microsoft.com/office/officeart/2005/8/layout/radial6"/>
    <dgm:cxn modelId="{F4B06585-125E-43CB-8181-DCB3CB1ECDC6}" type="presParOf" srcId="{7E1B6AD1-CE53-457F-826C-E7AACBEAF136}" destId="{D80E9534-9784-41CA-9187-AA4DBBB466AB}" srcOrd="7" destOrd="0" presId="urn:microsoft.com/office/officeart/2005/8/layout/radial6"/>
    <dgm:cxn modelId="{1E28505F-97F8-4D37-9929-A7F75257A21E}" type="presParOf" srcId="{7E1B6AD1-CE53-457F-826C-E7AACBEAF136}" destId="{115EB470-20AE-4DD6-90C9-2862DBF6ABFB}" srcOrd="8" destOrd="0" presId="urn:microsoft.com/office/officeart/2005/8/layout/radial6"/>
    <dgm:cxn modelId="{616B59BD-D15A-4F73-8714-360CD7AE422C}" type="presParOf" srcId="{7E1B6AD1-CE53-457F-826C-E7AACBEAF136}" destId="{9D174BA9-BE4D-48FC-9A5F-91274011C7DB}" srcOrd="9" destOrd="0" presId="urn:microsoft.com/office/officeart/2005/8/layout/radial6"/>
    <dgm:cxn modelId="{0A60AEDF-5A9F-4623-A842-3D874DC900F5}" type="presParOf" srcId="{7E1B6AD1-CE53-457F-826C-E7AACBEAF136}" destId="{E3D09284-A434-463D-BB0F-589D606885D1}" srcOrd="10" destOrd="0" presId="urn:microsoft.com/office/officeart/2005/8/layout/radial6"/>
    <dgm:cxn modelId="{9AEE34B6-FC15-4EE5-8885-78A2AA8E6420}" type="presParOf" srcId="{7E1B6AD1-CE53-457F-826C-E7AACBEAF136}" destId="{F2EB9AFC-902B-46AD-B45B-CA7FD3A1CA98}" srcOrd="11" destOrd="0" presId="urn:microsoft.com/office/officeart/2005/8/layout/radial6"/>
    <dgm:cxn modelId="{9BFA40AA-8194-46D6-B855-30612253BB79}" type="presParOf" srcId="{7E1B6AD1-CE53-457F-826C-E7AACBEAF136}" destId="{372712FE-AB29-4FFC-A12B-1CDF9E05E2F1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0C45734-6477-40CE-B84E-E476C4FDEC18}" type="doc">
      <dgm:prSet loTypeId="urn:microsoft.com/office/officeart/2008/layout/AlternatingHexagons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BF2E0C12-3E8B-4982-BD6E-6B30F05DFFBE}">
      <dgm:prSet phldrT="[Text]" phldr="0" custT="1"/>
      <dgm:spPr/>
      <dgm:t>
        <a:bodyPr/>
        <a:lstStyle/>
        <a:p>
          <a:r>
            <a:rPr lang="en-GB" sz="1000" dirty="0"/>
            <a:t>Intelligent decision support</a:t>
          </a:r>
        </a:p>
      </dgm:t>
    </dgm:pt>
    <dgm:pt modelId="{9A2E21B4-8C6C-4F4A-B24D-BAB58861CC8A}" type="parTrans" cxnId="{94E18FD8-5924-4A6D-BAFB-EF77AF55C616}">
      <dgm:prSet/>
      <dgm:spPr/>
      <dgm:t>
        <a:bodyPr/>
        <a:lstStyle/>
        <a:p>
          <a:endParaRPr lang="en-GB"/>
        </a:p>
      </dgm:t>
    </dgm:pt>
    <dgm:pt modelId="{920F4199-6956-4286-AA29-F7F04CA48FC4}" type="sibTrans" cxnId="{94E18FD8-5924-4A6D-BAFB-EF77AF55C616}">
      <dgm:prSet/>
      <dgm:spPr/>
      <dgm:t>
        <a:bodyPr/>
        <a:lstStyle/>
        <a:p>
          <a:endParaRPr lang="en-GB"/>
        </a:p>
      </dgm:t>
    </dgm:pt>
    <dgm:pt modelId="{D3540710-13D0-43FA-BF96-42A3BE1EB12C}">
      <dgm:prSet phldrT="[Text]" phldr="0" custT="1"/>
      <dgm:spPr/>
      <dgm:t>
        <a:bodyPr/>
        <a:lstStyle/>
        <a:p>
          <a:r>
            <a:rPr lang="en-GB" sz="1000" dirty="0"/>
            <a:t>HEALTHCARE</a:t>
          </a:r>
        </a:p>
      </dgm:t>
    </dgm:pt>
    <dgm:pt modelId="{47C8A18E-468F-4D6F-AAE0-4680F1092D6E}" type="parTrans" cxnId="{BCBF6223-3789-4341-B07F-90BF759DC54D}">
      <dgm:prSet/>
      <dgm:spPr/>
      <dgm:t>
        <a:bodyPr/>
        <a:lstStyle/>
        <a:p>
          <a:endParaRPr lang="en-GB"/>
        </a:p>
      </dgm:t>
    </dgm:pt>
    <dgm:pt modelId="{70A5BD03-3F4F-4379-A311-9B366054A5FB}" type="sibTrans" cxnId="{BCBF6223-3789-4341-B07F-90BF759DC54D}">
      <dgm:prSet/>
      <dgm:spPr/>
      <dgm:t>
        <a:bodyPr/>
        <a:lstStyle/>
        <a:p>
          <a:endParaRPr lang="en-GB"/>
        </a:p>
      </dgm:t>
    </dgm:pt>
    <dgm:pt modelId="{394CAB33-4992-44D8-B96E-58C542E65B4B}">
      <dgm:prSet phldrT="[Text]" phldr="0" custT="1"/>
      <dgm:spPr/>
      <dgm:t>
        <a:bodyPr/>
        <a:lstStyle/>
        <a:p>
          <a:r>
            <a:rPr lang="en-GB" sz="1000" dirty="0"/>
            <a:t>Smarter compliance audit</a:t>
          </a:r>
        </a:p>
      </dgm:t>
    </dgm:pt>
    <dgm:pt modelId="{E9838F27-768C-4D40-AE7D-3AFCD0618312}" type="parTrans" cxnId="{4B68D194-C91D-4998-91B3-520FAECFA7D3}">
      <dgm:prSet/>
      <dgm:spPr/>
      <dgm:t>
        <a:bodyPr/>
        <a:lstStyle/>
        <a:p>
          <a:endParaRPr lang="en-GB"/>
        </a:p>
      </dgm:t>
    </dgm:pt>
    <dgm:pt modelId="{B35D3C83-6558-443D-9D26-A9700C5A27F8}" type="sibTrans" cxnId="{4B68D194-C91D-4998-91B3-520FAECFA7D3}">
      <dgm:prSet custT="1"/>
      <dgm:spPr/>
      <dgm:t>
        <a:bodyPr/>
        <a:lstStyle/>
        <a:p>
          <a:r>
            <a:rPr lang="en-GB" sz="1000" dirty="0"/>
            <a:t>Predictive risk management</a:t>
          </a:r>
        </a:p>
      </dgm:t>
    </dgm:pt>
    <dgm:pt modelId="{BDEA2B51-455B-4CC5-A2F0-BD86CDF75298}">
      <dgm:prSet phldrT="[Text]" phldr="0" custT="1"/>
      <dgm:spPr/>
      <dgm:t>
        <a:bodyPr/>
        <a:lstStyle/>
        <a:p>
          <a:r>
            <a:rPr lang="en-GB" sz="1000" dirty="0"/>
            <a:t>FINANCIAL SERVICES</a:t>
          </a:r>
        </a:p>
      </dgm:t>
    </dgm:pt>
    <dgm:pt modelId="{065B9A42-A8F0-4BE6-A620-8A95B30A38AF}" type="parTrans" cxnId="{E777496A-5E55-4900-9658-A23C6B4064AF}">
      <dgm:prSet/>
      <dgm:spPr/>
      <dgm:t>
        <a:bodyPr/>
        <a:lstStyle/>
        <a:p>
          <a:endParaRPr lang="en-GB"/>
        </a:p>
      </dgm:t>
    </dgm:pt>
    <dgm:pt modelId="{9847D981-48F2-4222-A019-41A2ACFAA043}" type="sibTrans" cxnId="{E777496A-5E55-4900-9658-A23C6B4064AF}">
      <dgm:prSet/>
      <dgm:spPr/>
      <dgm:t>
        <a:bodyPr/>
        <a:lstStyle/>
        <a:p>
          <a:endParaRPr lang="en-GB"/>
        </a:p>
      </dgm:t>
    </dgm:pt>
    <dgm:pt modelId="{576CD860-287B-46AB-A60B-7E8B636FDC32}">
      <dgm:prSet phldrT="[Text]" phldr="0" custT="1"/>
      <dgm:spPr/>
      <dgm:t>
        <a:bodyPr/>
        <a:lstStyle/>
        <a:p>
          <a:r>
            <a:rPr lang="en-GB" sz="1000" dirty="0"/>
            <a:t>Smarter surveillance and safety</a:t>
          </a:r>
        </a:p>
      </dgm:t>
    </dgm:pt>
    <dgm:pt modelId="{79D7862E-CD71-430E-A3EF-0E259CA0069E}" type="parTrans" cxnId="{07904C1F-34D7-445B-879C-A072A9B6C89D}">
      <dgm:prSet/>
      <dgm:spPr/>
      <dgm:t>
        <a:bodyPr/>
        <a:lstStyle/>
        <a:p>
          <a:endParaRPr lang="en-GB"/>
        </a:p>
      </dgm:t>
    </dgm:pt>
    <dgm:pt modelId="{B4430C33-3E2B-4F3B-AA95-462A4F7465F6}" type="sibTrans" cxnId="{07904C1F-34D7-445B-879C-A072A9B6C89D}">
      <dgm:prSet/>
      <dgm:spPr/>
      <dgm:t>
        <a:bodyPr/>
        <a:lstStyle/>
        <a:p>
          <a:endParaRPr lang="en-GB"/>
        </a:p>
      </dgm:t>
    </dgm:pt>
    <dgm:pt modelId="{1AA197B9-A399-43EB-ABE2-4227FD9E4D3E}">
      <dgm:prSet phldrT="[Text]" phldr="0" custT="1"/>
      <dgm:spPr/>
      <dgm:t>
        <a:bodyPr/>
        <a:lstStyle/>
        <a:p>
          <a:r>
            <a:rPr lang="en-GB" sz="1000" dirty="0"/>
            <a:t>PUBLIC SECTOR</a:t>
          </a:r>
        </a:p>
      </dgm:t>
    </dgm:pt>
    <dgm:pt modelId="{8288B003-AFE8-456B-AD56-CF52F9234657}" type="parTrans" cxnId="{3EC4F52A-8F79-40FD-8143-9F493D327CBC}">
      <dgm:prSet/>
      <dgm:spPr/>
      <dgm:t>
        <a:bodyPr/>
        <a:lstStyle/>
        <a:p>
          <a:endParaRPr lang="en-GB"/>
        </a:p>
      </dgm:t>
    </dgm:pt>
    <dgm:pt modelId="{01DF686A-6B49-4D15-B5AE-987DCEC39564}" type="sibTrans" cxnId="{3EC4F52A-8F79-40FD-8143-9F493D327CBC}">
      <dgm:prSet/>
      <dgm:spPr/>
      <dgm:t>
        <a:bodyPr/>
        <a:lstStyle/>
        <a:p>
          <a:endParaRPr lang="en-GB"/>
        </a:p>
      </dgm:t>
    </dgm:pt>
    <dgm:pt modelId="{EC6481CA-FAF9-43C2-886C-17BAA48EC121}" type="pres">
      <dgm:prSet presAssocID="{00C45734-6477-40CE-B84E-E476C4FDEC18}" presName="Name0" presStyleCnt="0">
        <dgm:presLayoutVars>
          <dgm:chMax/>
          <dgm:chPref/>
          <dgm:dir/>
          <dgm:animLvl val="lvl"/>
        </dgm:presLayoutVars>
      </dgm:prSet>
      <dgm:spPr/>
    </dgm:pt>
    <dgm:pt modelId="{451D6356-DCD4-403D-9E38-5A286C8B652E}" type="pres">
      <dgm:prSet presAssocID="{BF2E0C12-3E8B-4982-BD6E-6B30F05DFFBE}" presName="composite" presStyleCnt="0"/>
      <dgm:spPr/>
    </dgm:pt>
    <dgm:pt modelId="{39CF96FB-5622-4B9D-A186-F0CC5316687E}" type="pres">
      <dgm:prSet presAssocID="{BF2E0C12-3E8B-4982-BD6E-6B30F05DFFBE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6BA282B6-6FF7-416F-AA21-F2A21AD90938}" type="pres">
      <dgm:prSet presAssocID="{BF2E0C12-3E8B-4982-BD6E-6B30F05DFFBE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8C4A4157-B1D4-4D60-BB84-2277C1BF8C06}" type="pres">
      <dgm:prSet presAssocID="{BF2E0C12-3E8B-4982-BD6E-6B30F05DFFBE}" presName="BalanceSpacing" presStyleCnt="0"/>
      <dgm:spPr/>
    </dgm:pt>
    <dgm:pt modelId="{0BC4E523-5371-46A4-B2AB-DA67DD17754F}" type="pres">
      <dgm:prSet presAssocID="{BF2E0C12-3E8B-4982-BD6E-6B30F05DFFBE}" presName="BalanceSpacing1" presStyleCnt="0"/>
      <dgm:spPr/>
    </dgm:pt>
    <dgm:pt modelId="{F5FFE0D2-06E5-4CC1-B4CC-834DA1C28F07}" type="pres">
      <dgm:prSet presAssocID="{920F4199-6956-4286-AA29-F7F04CA48FC4}" presName="Accent1Text" presStyleLbl="node1" presStyleIdx="1" presStyleCnt="6"/>
      <dgm:spPr/>
    </dgm:pt>
    <dgm:pt modelId="{2DB8CD41-86A0-4EE4-8A7D-273C3B193982}" type="pres">
      <dgm:prSet presAssocID="{920F4199-6956-4286-AA29-F7F04CA48FC4}" presName="spaceBetweenRectangles" presStyleCnt="0"/>
      <dgm:spPr/>
    </dgm:pt>
    <dgm:pt modelId="{F8256A09-83F1-453C-9BA6-EED442F011A7}" type="pres">
      <dgm:prSet presAssocID="{394CAB33-4992-44D8-B96E-58C542E65B4B}" presName="composite" presStyleCnt="0"/>
      <dgm:spPr/>
    </dgm:pt>
    <dgm:pt modelId="{019C4C3D-FDF8-419F-9C8E-FCBA9C1AFDDE}" type="pres">
      <dgm:prSet presAssocID="{394CAB33-4992-44D8-B96E-58C542E65B4B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D73C0B1C-06F6-4412-A370-C6E68B241BE2}" type="pres">
      <dgm:prSet presAssocID="{394CAB33-4992-44D8-B96E-58C542E65B4B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D97225D6-12BA-4CC3-88BB-A54EB7F17BF2}" type="pres">
      <dgm:prSet presAssocID="{394CAB33-4992-44D8-B96E-58C542E65B4B}" presName="BalanceSpacing" presStyleCnt="0"/>
      <dgm:spPr/>
    </dgm:pt>
    <dgm:pt modelId="{98AD04B2-470D-439A-9C78-08B27D7B8EE0}" type="pres">
      <dgm:prSet presAssocID="{394CAB33-4992-44D8-B96E-58C542E65B4B}" presName="BalanceSpacing1" presStyleCnt="0"/>
      <dgm:spPr/>
    </dgm:pt>
    <dgm:pt modelId="{BBBF50A7-5E2C-45CB-AB4D-BCA528989F17}" type="pres">
      <dgm:prSet presAssocID="{B35D3C83-6558-443D-9D26-A9700C5A27F8}" presName="Accent1Text" presStyleLbl="node1" presStyleIdx="3" presStyleCnt="6"/>
      <dgm:spPr/>
    </dgm:pt>
    <dgm:pt modelId="{037CD241-F7DB-45E3-94C5-A1417673739A}" type="pres">
      <dgm:prSet presAssocID="{B35D3C83-6558-443D-9D26-A9700C5A27F8}" presName="spaceBetweenRectangles" presStyleCnt="0"/>
      <dgm:spPr/>
    </dgm:pt>
    <dgm:pt modelId="{16F5943E-81C0-4C8F-BE30-E0240923FB32}" type="pres">
      <dgm:prSet presAssocID="{576CD860-287B-46AB-A60B-7E8B636FDC32}" presName="composite" presStyleCnt="0"/>
      <dgm:spPr/>
    </dgm:pt>
    <dgm:pt modelId="{23740285-D43B-4826-9722-3C8747A8AAA5}" type="pres">
      <dgm:prSet presAssocID="{576CD860-287B-46AB-A60B-7E8B636FDC32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FFF28320-A8E9-4248-B561-D1E735048674}" type="pres">
      <dgm:prSet presAssocID="{576CD860-287B-46AB-A60B-7E8B636FDC32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D6BF0C66-0826-464F-9607-B8A96CC76893}" type="pres">
      <dgm:prSet presAssocID="{576CD860-287B-46AB-A60B-7E8B636FDC32}" presName="BalanceSpacing" presStyleCnt="0"/>
      <dgm:spPr/>
    </dgm:pt>
    <dgm:pt modelId="{8E62B670-E909-4EE9-AEFB-4E3F21D3BCE7}" type="pres">
      <dgm:prSet presAssocID="{576CD860-287B-46AB-A60B-7E8B636FDC32}" presName="BalanceSpacing1" presStyleCnt="0"/>
      <dgm:spPr/>
    </dgm:pt>
    <dgm:pt modelId="{A786C81B-2208-4A08-BC45-E52A80BD8A57}" type="pres">
      <dgm:prSet presAssocID="{B4430C33-3E2B-4F3B-AA95-462A4F7465F6}" presName="Accent1Text" presStyleLbl="node1" presStyleIdx="5" presStyleCnt="6"/>
      <dgm:spPr/>
    </dgm:pt>
  </dgm:ptLst>
  <dgm:cxnLst>
    <dgm:cxn modelId="{0225D10D-5592-406C-91CD-FE683D876948}" type="presOf" srcId="{D3540710-13D0-43FA-BF96-42A3BE1EB12C}" destId="{6BA282B6-6FF7-416F-AA21-F2A21AD90938}" srcOrd="0" destOrd="0" presId="urn:microsoft.com/office/officeart/2008/layout/AlternatingHexagons"/>
    <dgm:cxn modelId="{F5A1D51C-C87E-42FB-8429-0118F4281DEA}" type="presOf" srcId="{B4430C33-3E2B-4F3B-AA95-462A4F7465F6}" destId="{A786C81B-2208-4A08-BC45-E52A80BD8A57}" srcOrd="0" destOrd="0" presId="urn:microsoft.com/office/officeart/2008/layout/AlternatingHexagons"/>
    <dgm:cxn modelId="{07904C1F-34D7-445B-879C-A072A9B6C89D}" srcId="{00C45734-6477-40CE-B84E-E476C4FDEC18}" destId="{576CD860-287B-46AB-A60B-7E8B636FDC32}" srcOrd="2" destOrd="0" parTransId="{79D7862E-CD71-430E-A3EF-0E259CA0069E}" sibTransId="{B4430C33-3E2B-4F3B-AA95-462A4F7465F6}"/>
    <dgm:cxn modelId="{BCBF6223-3789-4341-B07F-90BF759DC54D}" srcId="{BF2E0C12-3E8B-4982-BD6E-6B30F05DFFBE}" destId="{D3540710-13D0-43FA-BF96-42A3BE1EB12C}" srcOrd="0" destOrd="0" parTransId="{47C8A18E-468F-4D6F-AAE0-4680F1092D6E}" sibTransId="{70A5BD03-3F4F-4379-A311-9B366054A5FB}"/>
    <dgm:cxn modelId="{3EC4F52A-8F79-40FD-8143-9F493D327CBC}" srcId="{576CD860-287B-46AB-A60B-7E8B636FDC32}" destId="{1AA197B9-A399-43EB-ABE2-4227FD9E4D3E}" srcOrd="0" destOrd="0" parTransId="{8288B003-AFE8-456B-AD56-CF52F9234657}" sibTransId="{01DF686A-6B49-4D15-B5AE-987DCEC39564}"/>
    <dgm:cxn modelId="{D82B242E-5013-41B5-8345-F1BDFF01CA0F}" type="presOf" srcId="{920F4199-6956-4286-AA29-F7F04CA48FC4}" destId="{F5FFE0D2-06E5-4CC1-B4CC-834DA1C28F07}" srcOrd="0" destOrd="0" presId="urn:microsoft.com/office/officeart/2008/layout/AlternatingHexagons"/>
    <dgm:cxn modelId="{75322E41-5DF7-46F6-A58D-DB67296F0BFA}" type="presOf" srcId="{B35D3C83-6558-443D-9D26-A9700C5A27F8}" destId="{BBBF50A7-5E2C-45CB-AB4D-BCA528989F17}" srcOrd="0" destOrd="0" presId="urn:microsoft.com/office/officeart/2008/layout/AlternatingHexagons"/>
    <dgm:cxn modelId="{D7316442-722B-4EE6-B5A7-142F4E509C7A}" type="presOf" srcId="{BDEA2B51-455B-4CC5-A2F0-BD86CDF75298}" destId="{D73C0B1C-06F6-4412-A370-C6E68B241BE2}" srcOrd="0" destOrd="0" presId="urn:microsoft.com/office/officeart/2008/layout/AlternatingHexagons"/>
    <dgm:cxn modelId="{E777496A-5E55-4900-9658-A23C6B4064AF}" srcId="{394CAB33-4992-44D8-B96E-58C542E65B4B}" destId="{BDEA2B51-455B-4CC5-A2F0-BD86CDF75298}" srcOrd="0" destOrd="0" parTransId="{065B9A42-A8F0-4BE6-A620-8A95B30A38AF}" sibTransId="{9847D981-48F2-4222-A019-41A2ACFAA043}"/>
    <dgm:cxn modelId="{7270AC4F-03F0-4DD9-86E5-2EAC6B46D791}" type="presOf" srcId="{00C45734-6477-40CE-B84E-E476C4FDEC18}" destId="{EC6481CA-FAF9-43C2-886C-17BAA48EC121}" srcOrd="0" destOrd="0" presId="urn:microsoft.com/office/officeart/2008/layout/AlternatingHexagons"/>
    <dgm:cxn modelId="{FAAF4556-FE9B-4B44-941F-FF232AE6FCEC}" type="presOf" srcId="{1AA197B9-A399-43EB-ABE2-4227FD9E4D3E}" destId="{FFF28320-A8E9-4248-B561-D1E735048674}" srcOrd="0" destOrd="0" presId="urn:microsoft.com/office/officeart/2008/layout/AlternatingHexagons"/>
    <dgm:cxn modelId="{57980C57-417B-492F-B74F-7A928A788BE9}" type="presOf" srcId="{394CAB33-4992-44D8-B96E-58C542E65B4B}" destId="{019C4C3D-FDF8-419F-9C8E-FCBA9C1AFDDE}" srcOrd="0" destOrd="0" presId="urn:microsoft.com/office/officeart/2008/layout/AlternatingHexagons"/>
    <dgm:cxn modelId="{4B68D194-C91D-4998-91B3-520FAECFA7D3}" srcId="{00C45734-6477-40CE-B84E-E476C4FDEC18}" destId="{394CAB33-4992-44D8-B96E-58C542E65B4B}" srcOrd="1" destOrd="0" parTransId="{E9838F27-768C-4D40-AE7D-3AFCD0618312}" sibTransId="{B35D3C83-6558-443D-9D26-A9700C5A27F8}"/>
    <dgm:cxn modelId="{AA9D3599-6A34-4BED-97ED-C522BB6DD1CC}" type="presOf" srcId="{576CD860-287B-46AB-A60B-7E8B636FDC32}" destId="{23740285-D43B-4826-9722-3C8747A8AAA5}" srcOrd="0" destOrd="0" presId="urn:microsoft.com/office/officeart/2008/layout/AlternatingHexagons"/>
    <dgm:cxn modelId="{049C59CB-D485-4C2D-BEFD-07E9E7D6A837}" type="presOf" srcId="{BF2E0C12-3E8B-4982-BD6E-6B30F05DFFBE}" destId="{39CF96FB-5622-4B9D-A186-F0CC5316687E}" srcOrd="0" destOrd="0" presId="urn:microsoft.com/office/officeart/2008/layout/AlternatingHexagons"/>
    <dgm:cxn modelId="{94E18FD8-5924-4A6D-BAFB-EF77AF55C616}" srcId="{00C45734-6477-40CE-B84E-E476C4FDEC18}" destId="{BF2E0C12-3E8B-4982-BD6E-6B30F05DFFBE}" srcOrd="0" destOrd="0" parTransId="{9A2E21B4-8C6C-4F4A-B24D-BAB58861CC8A}" sibTransId="{920F4199-6956-4286-AA29-F7F04CA48FC4}"/>
    <dgm:cxn modelId="{6BE59445-02C2-4BE2-8B23-5A970842FBCC}" type="presParOf" srcId="{EC6481CA-FAF9-43C2-886C-17BAA48EC121}" destId="{451D6356-DCD4-403D-9E38-5A286C8B652E}" srcOrd="0" destOrd="0" presId="urn:microsoft.com/office/officeart/2008/layout/AlternatingHexagons"/>
    <dgm:cxn modelId="{9BCEBF4A-919E-41FC-AA45-ABF71F4E2B01}" type="presParOf" srcId="{451D6356-DCD4-403D-9E38-5A286C8B652E}" destId="{39CF96FB-5622-4B9D-A186-F0CC5316687E}" srcOrd="0" destOrd="0" presId="urn:microsoft.com/office/officeart/2008/layout/AlternatingHexagons"/>
    <dgm:cxn modelId="{2ED1939F-9444-4436-892A-8BE8D69233C5}" type="presParOf" srcId="{451D6356-DCD4-403D-9E38-5A286C8B652E}" destId="{6BA282B6-6FF7-416F-AA21-F2A21AD90938}" srcOrd="1" destOrd="0" presId="urn:microsoft.com/office/officeart/2008/layout/AlternatingHexagons"/>
    <dgm:cxn modelId="{17506DE5-C7B3-49D8-9FCE-1132EA565405}" type="presParOf" srcId="{451D6356-DCD4-403D-9E38-5A286C8B652E}" destId="{8C4A4157-B1D4-4D60-BB84-2277C1BF8C06}" srcOrd="2" destOrd="0" presId="urn:microsoft.com/office/officeart/2008/layout/AlternatingHexagons"/>
    <dgm:cxn modelId="{CE448F3F-62BA-4B3C-8BD3-8A9C6FD3CE65}" type="presParOf" srcId="{451D6356-DCD4-403D-9E38-5A286C8B652E}" destId="{0BC4E523-5371-46A4-B2AB-DA67DD17754F}" srcOrd="3" destOrd="0" presId="urn:microsoft.com/office/officeart/2008/layout/AlternatingHexagons"/>
    <dgm:cxn modelId="{8A16C99E-F5C0-4A2E-84C5-DCFBE04C8D11}" type="presParOf" srcId="{451D6356-DCD4-403D-9E38-5A286C8B652E}" destId="{F5FFE0D2-06E5-4CC1-B4CC-834DA1C28F07}" srcOrd="4" destOrd="0" presId="urn:microsoft.com/office/officeart/2008/layout/AlternatingHexagons"/>
    <dgm:cxn modelId="{919A96A5-2809-4DC1-ACFA-29190CB24E5A}" type="presParOf" srcId="{EC6481CA-FAF9-43C2-886C-17BAA48EC121}" destId="{2DB8CD41-86A0-4EE4-8A7D-273C3B193982}" srcOrd="1" destOrd="0" presId="urn:microsoft.com/office/officeart/2008/layout/AlternatingHexagons"/>
    <dgm:cxn modelId="{25546303-510F-48CE-9958-2DE93484CAF1}" type="presParOf" srcId="{EC6481CA-FAF9-43C2-886C-17BAA48EC121}" destId="{F8256A09-83F1-453C-9BA6-EED442F011A7}" srcOrd="2" destOrd="0" presId="urn:microsoft.com/office/officeart/2008/layout/AlternatingHexagons"/>
    <dgm:cxn modelId="{C3AF8E21-6C38-49AC-8756-D987175A3F03}" type="presParOf" srcId="{F8256A09-83F1-453C-9BA6-EED442F011A7}" destId="{019C4C3D-FDF8-419F-9C8E-FCBA9C1AFDDE}" srcOrd="0" destOrd="0" presId="urn:microsoft.com/office/officeart/2008/layout/AlternatingHexagons"/>
    <dgm:cxn modelId="{33A84D75-9065-404F-8F7E-1D5B75F350ED}" type="presParOf" srcId="{F8256A09-83F1-453C-9BA6-EED442F011A7}" destId="{D73C0B1C-06F6-4412-A370-C6E68B241BE2}" srcOrd="1" destOrd="0" presId="urn:microsoft.com/office/officeart/2008/layout/AlternatingHexagons"/>
    <dgm:cxn modelId="{9078AE8B-BDDD-4C2F-A92A-5AB97ADA9904}" type="presParOf" srcId="{F8256A09-83F1-453C-9BA6-EED442F011A7}" destId="{D97225D6-12BA-4CC3-88BB-A54EB7F17BF2}" srcOrd="2" destOrd="0" presId="urn:microsoft.com/office/officeart/2008/layout/AlternatingHexagons"/>
    <dgm:cxn modelId="{19B23DC5-B308-4C63-AA2A-72E8F7AA81EB}" type="presParOf" srcId="{F8256A09-83F1-453C-9BA6-EED442F011A7}" destId="{98AD04B2-470D-439A-9C78-08B27D7B8EE0}" srcOrd="3" destOrd="0" presId="urn:microsoft.com/office/officeart/2008/layout/AlternatingHexagons"/>
    <dgm:cxn modelId="{5696383F-DF15-46BB-875B-CBD13A15A5A3}" type="presParOf" srcId="{F8256A09-83F1-453C-9BA6-EED442F011A7}" destId="{BBBF50A7-5E2C-45CB-AB4D-BCA528989F17}" srcOrd="4" destOrd="0" presId="urn:microsoft.com/office/officeart/2008/layout/AlternatingHexagons"/>
    <dgm:cxn modelId="{BB71AD5F-348E-4C5F-B171-7093EFB0A982}" type="presParOf" srcId="{EC6481CA-FAF9-43C2-886C-17BAA48EC121}" destId="{037CD241-F7DB-45E3-94C5-A1417673739A}" srcOrd="3" destOrd="0" presId="urn:microsoft.com/office/officeart/2008/layout/AlternatingHexagons"/>
    <dgm:cxn modelId="{89370CFA-ED25-4192-A689-9939AEBFF5A6}" type="presParOf" srcId="{EC6481CA-FAF9-43C2-886C-17BAA48EC121}" destId="{16F5943E-81C0-4C8F-BE30-E0240923FB32}" srcOrd="4" destOrd="0" presId="urn:microsoft.com/office/officeart/2008/layout/AlternatingHexagons"/>
    <dgm:cxn modelId="{C58C5536-85E1-4D21-8138-9800B1CD871E}" type="presParOf" srcId="{16F5943E-81C0-4C8F-BE30-E0240923FB32}" destId="{23740285-D43B-4826-9722-3C8747A8AAA5}" srcOrd="0" destOrd="0" presId="urn:microsoft.com/office/officeart/2008/layout/AlternatingHexagons"/>
    <dgm:cxn modelId="{CBEF7F04-88A5-4E71-93AA-73CF07D808CC}" type="presParOf" srcId="{16F5943E-81C0-4C8F-BE30-E0240923FB32}" destId="{FFF28320-A8E9-4248-B561-D1E735048674}" srcOrd="1" destOrd="0" presId="urn:microsoft.com/office/officeart/2008/layout/AlternatingHexagons"/>
    <dgm:cxn modelId="{F7909CE4-E3EF-4BF6-B7B8-3F7BBC45465E}" type="presParOf" srcId="{16F5943E-81C0-4C8F-BE30-E0240923FB32}" destId="{D6BF0C66-0826-464F-9607-B8A96CC76893}" srcOrd="2" destOrd="0" presId="urn:microsoft.com/office/officeart/2008/layout/AlternatingHexagons"/>
    <dgm:cxn modelId="{C55E8FC0-D523-42E9-9A6B-664C59246451}" type="presParOf" srcId="{16F5943E-81C0-4C8F-BE30-E0240923FB32}" destId="{8E62B670-E909-4EE9-AEFB-4E3F21D3BCE7}" srcOrd="3" destOrd="0" presId="urn:microsoft.com/office/officeart/2008/layout/AlternatingHexagons"/>
    <dgm:cxn modelId="{D17E758F-B6F2-49CD-84F7-79724FB74EBE}" type="presParOf" srcId="{16F5943E-81C0-4C8F-BE30-E0240923FB32}" destId="{A786C81B-2208-4A08-BC45-E52A80BD8A57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3F19D5-C877-42BE-8325-8B1F9675FA99}">
      <dsp:nvSpPr>
        <dsp:cNvPr id="0" name=""/>
        <dsp:cNvSpPr/>
      </dsp:nvSpPr>
      <dsp:spPr>
        <a:xfrm>
          <a:off x="532146" y="137850"/>
          <a:ext cx="1781450" cy="1781450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 dirty="0"/>
            <a:t>BELIEF: </a:t>
          </a:r>
          <a:r>
            <a:rPr lang="en-GB" sz="900" i="1" kern="1200" dirty="0"/>
            <a:t>what they know</a:t>
          </a:r>
        </a:p>
      </dsp:txBody>
      <dsp:txXfrm>
        <a:off x="1471012" y="515348"/>
        <a:ext cx="636232" cy="530193"/>
      </dsp:txXfrm>
    </dsp:sp>
    <dsp:sp modelId="{6386B393-05DB-4DA6-9ADB-3CC04B364ADD}">
      <dsp:nvSpPr>
        <dsp:cNvPr id="0" name=""/>
        <dsp:cNvSpPr/>
      </dsp:nvSpPr>
      <dsp:spPr>
        <a:xfrm>
          <a:off x="495456" y="201473"/>
          <a:ext cx="1781450" cy="1781450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50" kern="1200" dirty="0"/>
            <a:t>DESIRE: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i="1" kern="1200" dirty="0"/>
            <a:t>defines their objectives</a:t>
          </a:r>
        </a:p>
      </dsp:txBody>
      <dsp:txXfrm>
        <a:off x="919611" y="1357295"/>
        <a:ext cx="954348" cy="466570"/>
      </dsp:txXfrm>
    </dsp:sp>
    <dsp:sp modelId="{819D1B8A-62FE-4AB3-A490-FE13295E8786}">
      <dsp:nvSpPr>
        <dsp:cNvPr id="0" name=""/>
        <dsp:cNvSpPr/>
      </dsp:nvSpPr>
      <dsp:spPr>
        <a:xfrm>
          <a:off x="458767" y="137850"/>
          <a:ext cx="1781450" cy="1781450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 INTENTION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i="1" kern="1200" dirty="0"/>
            <a:t>actions taken to achieve the goal</a:t>
          </a:r>
        </a:p>
      </dsp:txBody>
      <dsp:txXfrm>
        <a:off x="665118" y="515348"/>
        <a:ext cx="636232" cy="530193"/>
      </dsp:txXfrm>
    </dsp:sp>
    <dsp:sp modelId="{310A7488-BBF6-4371-A19C-E04943D1212B}">
      <dsp:nvSpPr>
        <dsp:cNvPr id="0" name=""/>
        <dsp:cNvSpPr/>
      </dsp:nvSpPr>
      <dsp:spPr>
        <a:xfrm>
          <a:off x="422013" y="27570"/>
          <a:ext cx="2002010" cy="2002010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solidFill>
          <a:schemeClr val="accent1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4AED9F-4D29-4FAA-9777-415C7486FD73}">
      <dsp:nvSpPr>
        <dsp:cNvPr id="0" name=""/>
        <dsp:cNvSpPr/>
      </dsp:nvSpPr>
      <dsp:spPr>
        <a:xfrm>
          <a:off x="385176" y="91080"/>
          <a:ext cx="2002010" cy="2002010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solidFill>
          <a:schemeClr val="accent1">
            <a:shade val="90000"/>
            <a:hueOff val="299641"/>
            <a:satOff val="-29101"/>
            <a:lumOff val="2450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A2C14-C5C5-4493-A65E-F1B81C38759D}">
      <dsp:nvSpPr>
        <dsp:cNvPr id="0" name=""/>
        <dsp:cNvSpPr/>
      </dsp:nvSpPr>
      <dsp:spPr>
        <a:xfrm>
          <a:off x="348340" y="27570"/>
          <a:ext cx="2002010" cy="2002010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solidFill>
          <a:schemeClr val="accent1">
            <a:shade val="90000"/>
            <a:hueOff val="599282"/>
            <a:satOff val="-58201"/>
            <a:lumOff val="4901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203E09-B179-4D55-9D92-7FB41A11BEAD}">
      <dsp:nvSpPr>
        <dsp:cNvPr id="0" name=""/>
        <dsp:cNvSpPr/>
      </dsp:nvSpPr>
      <dsp:spPr>
        <a:xfrm>
          <a:off x="0" y="491297"/>
          <a:ext cx="1489990" cy="893994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SALES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i="1" kern="1200" dirty="0"/>
            <a:t>Hyper-personalized recommendations &amp; predictive lead scoring</a:t>
          </a:r>
          <a:r>
            <a:rPr lang="en-GB" sz="1000" kern="1200" dirty="0"/>
            <a:t> </a:t>
          </a:r>
        </a:p>
      </dsp:txBody>
      <dsp:txXfrm>
        <a:off x="0" y="491297"/>
        <a:ext cx="1489990" cy="893994"/>
      </dsp:txXfrm>
    </dsp:sp>
    <dsp:sp modelId="{F186FBBD-CF3E-4DFF-BE0C-4A6B87C4E24D}">
      <dsp:nvSpPr>
        <dsp:cNvPr id="0" name=""/>
        <dsp:cNvSpPr/>
      </dsp:nvSpPr>
      <dsp:spPr>
        <a:xfrm>
          <a:off x="1638989" y="491297"/>
          <a:ext cx="1489990" cy="893994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196550"/>
                <a:satOff val="-20659"/>
                <a:lumOff val="178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96550"/>
                <a:satOff val="-20659"/>
                <a:lumOff val="178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96550"/>
                <a:satOff val="-20659"/>
                <a:lumOff val="178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SUPPLY CHAIN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i="1" kern="1200" dirty="0"/>
            <a:t>Integrate customer insights to ensure production aligns with forecasted demand</a:t>
          </a:r>
        </a:p>
      </dsp:txBody>
      <dsp:txXfrm>
        <a:off x="1638989" y="491297"/>
        <a:ext cx="1489990" cy="893994"/>
      </dsp:txXfrm>
    </dsp:sp>
    <dsp:sp modelId="{EE7DACD1-7415-4254-9259-C2C67F7D9A96}">
      <dsp:nvSpPr>
        <dsp:cNvPr id="0" name=""/>
        <dsp:cNvSpPr/>
      </dsp:nvSpPr>
      <dsp:spPr>
        <a:xfrm>
          <a:off x="3277978" y="491297"/>
          <a:ext cx="1489990" cy="893994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393099"/>
                <a:satOff val="-41319"/>
                <a:lumOff val="356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393099"/>
                <a:satOff val="-41319"/>
                <a:lumOff val="356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393099"/>
                <a:satOff val="-41319"/>
                <a:lumOff val="356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FINANCE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i="1" kern="1200" dirty="0"/>
            <a:t>Digital advisors analyse investment data, assess risks &amp; offer customized financial guidance</a:t>
          </a:r>
        </a:p>
      </dsp:txBody>
      <dsp:txXfrm>
        <a:off x="3277978" y="491297"/>
        <a:ext cx="1489990" cy="893994"/>
      </dsp:txXfrm>
    </dsp:sp>
    <dsp:sp modelId="{CEB01548-B4E2-4957-A649-8A772A2678D1}">
      <dsp:nvSpPr>
        <dsp:cNvPr id="0" name=""/>
        <dsp:cNvSpPr/>
      </dsp:nvSpPr>
      <dsp:spPr>
        <a:xfrm>
          <a:off x="0" y="1534291"/>
          <a:ext cx="1489990" cy="893994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589649"/>
                <a:satOff val="-61978"/>
                <a:lumOff val="5348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589649"/>
                <a:satOff val="-61978"/>
                <a:lumOff val="5348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589649"/>
                <a:satOff val="-61978"/>
                <a:lumOff val="5348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GOVERNMENTS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i="1" kern="1200" dirty="0"/>
            <a:t>Logistics, defence, public planning</a:t>
          </a:r>
        </a:p>
      </dsp:txBody>
      <dsp:txXfrm>
        <a:off x="0" y="1534291"/>
        <a:ext cx="1489990" cy="893994"/>
      </dsp:txXfrm>
    </dsp:sp>
    <dsp:sp modelId="{B835DF6C-7655-4E4F-8A6B-BFA2EF91A79B}">
      <dsp:nvSpPr>
        <dsp:cNvPr id="0" name=""/>
        <dsp:cNvSpPr/>
      </dsp:nvSpPr>
      <dsp:spPr>
        <a:xfrm>
          <a:off x="1638989" y="1534291"/>
          <a:ext cx="1489990" cy="893994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393099"/>
                <a:satOff val="-41319"/>
                <a:lumOff val="356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393099"/>
                <a:satOff val="-41319"/>
                <a:lumOff val="356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393099"/>
                <a:satOff val="-41319"/>
                <a:lumOff val="356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TELEHEALTH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i="1" kern="1200" dirty="0"/>
            <a:t>Track patient history, symptoms &amp; real-time vital signs</a:t>
          </a:r>
        </a:p>
      </dsp:txBody>
      <dsp:txXfrm>
        <a:off x="1638989" y="1534291"/>
        <a:ext cx="1489990" cy="893994"/>
      </dsp:txXfrm>
    </dsp:sp>
    <dsp:sp modelId="{F7EAF17F-AFF0-48C3-B0BD-59EDA0A3A3A8}">
      <dsp:nvSpPr>
        <dsp:cNvPr id="0" name=""/>
        <dsp:cNvSpPr/>
      </dsp:nvSpPr>
      <dsp:spPr>
        <a:xfrm>
          <a:off x="3277978" y="1534291"/>
          <a:ext cx="1489990" cy="893994"/>
        </a:xfrm>
        <a:prstGeom prst="rect">
          <a:avLst/>
        </a:prstGeom>
        <a:gradFill rotWithShape="0">
          <a:gsLst>
            <a:gs pos="0">
              <a:schemeClr val="accent1">
                <a:shade val="50000"/>
                <a:hueOff val="196550"/>
                <a:satOff val="-20659"/>
                <a:lumOff val="178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50000"/>
                <a:hueOff val="196550"/>
                <a:satOff val="-20659"/>
                <a:lumOff val="178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50000"/>
                <a:hueOff val="196550"/>
                <a:satOff val="-20659"/>
                <a:lumOff val="178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ACADEMIA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i="1" kern="1200" dirty="0"/>
            <a:t>Virtual mentors to guide students through coursework and research</a:t>
          </a:r>
        </a:p>
      </dsp:txBody>
      <dsp:txXfrm>
        <a:off x="3277978" y="1534291"/>
        <a:ext cx="1489990" cy="8939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8CD0DF-A42C-45AE-9E6C-4AF777648709}">
      <dsp:nvSpPr>
        <dsp:cNvPr id="0" name=""/>
        <dsp:cNvSpPr/>
      </dsp:nvSpPr>
      <dsp:spPr>
        <a:xfrm>
          <a:off x="0" y="198270"/>
          <a:ext cx="3439886" cy="385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973" tIns="208280" rIns="266973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i="1" kern="1200" dirty="0"/>
            <a:t>Understand what happened</a:t>
          </a:r>
        </a:p>
      </dsp:txBody>
      <dsp:txXfrm>
        <a:off x="0" y="198270"/>
        <a:ext cx="3439886" cy="385875"/>
      </dsp:txXfrm>
    </dsp:sp>
    <dsp:sp modelId="{5807C5A7-31C3-4ED9-9484-BCC59902C407}">
      <dsp:nvSpPr>
        <dsp:cNvPr id="0" name=""/>
        <dsp:cNvSpPr/>
      </dsp:nvSpPr>
      <dsp:spPr>
        <a:xfrm>
          <a:off x="171994" y="50670"/>
          <a:ext cx="2407920" cy="2952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014" tIns="0" rIns="91014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DESCRIPTIVE ANALYTICS</a:t>
          </a:r>
        </a:p>
      </dsp:txBody>
      <dsp:txXfrm>
        <a:off x="186404" y="65080"/>
        <a:ext cx="2379100" cy="266380"/>
      </dsp:txXfrm>
    </dsp:sp>
    <dsp:sp modelId="{40DED8E8-408C-48B7-AB11-24D64B54E8BF}">
      <dsp:nvSpPr>
        <dsp:cNvPr id="0" name=""/>
        <dsp:cNvSpPr/>
      </dsp:nvSpPr>
      <dsp:spPr>
        <a:xfrm>
          <a:off x="0" y="785746"/>
          <a:ext cx="3439886" cy="385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3299968"/>
              <a:satOff val="-14601"/>
              <a:lumOff val="-24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973" tIns="208280" rIns="266973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i="1" kern="1200" dirty="0"/>
            <a:t>Forecast what might happen next</a:t>
          </a:r>
        </a:p>
      </dsp:txBody>
      <dsp:txXfrm>
        <a:off x="0" y="785746"/>
        <a:ext cx="3439886" cy="385875"/>
      </dsp:txXfrm>
    </dsp:sp>
    <dsp:sp modelId="{AA79C17D-4CAA-448C-A7E3-C02DD46A4719}">
      <dsp:nvSpPr>
        <dsp:cNvPr id="0" name=""/>
        <dsp:cNvSpPr/>
      </dsp:nvSpPr>
      <dsp:spPr>
        <a:xfrm>
          <a:off x="171994" y="638146"/>
          <a:ext cx="2407920" cy="295200"/>
        </a:xfrm>
        <a:prstGeom prst="roundRect">
          <a:avLst/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014" tIns="0" rIns="91014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PREDICTIVE ANALYTICS</a:t>
          </a:r>
        </a:p>
      </dsp:txBody>
      <dsp:txXfrm>
        <a:off x="186404" y="652556"/>
        <a:ext cx="2379100" cy="266380"/>
      </dsp:txXfrm>
    </dsp:sp>
    <dsp:sp modelId="{7E43703A-3D36-4F51-9F7C-7844427D0852}">
      <dsp:nvSpPr>
        <dsp:cNvPr id="0" name=""/>
        <dsp:cNvSpPr/>
      </dsp:nvSpPr>
      <dsp:spPr>
        <a:xfrm>
          <a:off x="0" y="1373221"/>
          <a:ext cx="3439886" cy="385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973" tIns="208280" rIns="266973" bIns="64008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i="1" kern="1200" dirty="0"/>
            <a:t>Suggest the best actions to take</a:t>
          </a:r>
        </a:p>
      </dsp:txBody>
      <dsp:txXfrm>
        <a:off x="0" y="1373221"/>
        <a:ext cx="3439886" cy="385875"/>
      </dsp:txXfrm>
    </dsp:sp>
    <dsp:sp modelId="{2DE1CAE9-4D53-47CD-BAED-73CACB467CBF}">
      <dsp:nvSpPr>
        <dsp:cNvPr id="0" name=""/>
        <dsp:cNvSpPr/>
      </dsp:nvSpPr>
      <dsp:spPr>
        <a:xfrm>
          <a:off x="171994" y="1225621"/>
          <a:ext cx="2407920" cy="295200"/>
        </a:xfrm>
        <a:prstGeom prst="roundRect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014" tIns="0" rIns="91014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PRESCRIPTIVE ANALYTICS</a:t>
          </a:r>
        </a:p>
      </dsp:txBody>
      <dsp:txXfrm>
        <a:off x="186404" y="1240031"/>
        <a:ext cx="2379100" cy="2663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B3CE7B-755A-4F95-8A69-E54663882AA4}">
      <dsp:nvSpPr>
        <dsp:cNvPr id="0" name=""/>
        <dsp:cNvSpPr/>
      </dsp:nvSpPr>
      <dsp:spPr>
        <a:xfrm>
          <a:off x="28122" y="386727"/>
          <a:ext cx="1214963" cy="906944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38100" rIns="12700" bIns="1270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000" i="1" kern="1200" dirty="0"/>
            <a:t>Management must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000" i="1" kern="1200" dirty="0"/>
            <a:t>model adaptability,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000" i="1" kern="1200" dirty="0"/>
            <a:t>sponsor new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GB" sz="1000" i="1" kern="1200" dirty="0"/>
            <a:t>initiatives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000" i="1" kern="1200" dirty="0"/>
            <a:t>support employees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GB" sz="1000" i="1" kern="1200" dirty="0"/>
            <a:t>through change</a:t>
          </a:r>
        </a:p>
      </dsp:txBody>
      <dsp:txXfrm>
        <a:off x="49373" y="407978"/>
        <a:ext cx="1172461" cy="885693"/>
      </dsp:txXfrm>
    </dsp:sp>
    <dsp:sp modelId="{2E224DE8-5985-43FC-B613-C00B4BFCD44C}">
      <dsp:nvSpPr>
        <dsp:cNvPr id="0" name=""/>
        <dsp:cNvSpPr/>
      </dsp:nvSpPr>
      <dsp:spPr>
        <a:xfrm>
          <a:off x="28122" y="1293672"/>
          <a:ext cx="1214963" cy="389986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0" rIns="12700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LEADERSHIP SUPPORT</a:t>
          </a:r>
        </a:p>
      </dsp:txBody>
      <dsp:txXfrm>
        <a:off x="28122" y="1293672"/>
        <a:ext cx="855608" cy="389986"/>
      </dsp:txXfrm>
    </dsp:sp>
    <dsp:sp modelId="{85056558-0CA5-46B4-93AD-B9A9EFCB4C2C}">
      <dsp:nvSpPr>
        <dsp:cNvPr id="0" name=""/>
        <dsp:cNvSpPr/>
      </dsp:nvSpPr>
      <dsp:spPr>
        <a:xfrm>
          <a:off x="881471" y="1351810"/>
          <a:ext cx="324001" cy="324001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DFC83D8-D3E6-4B48-992D-044F56DD1802}">
      <dsp:nvSpPr>
        <dsp:cNvPr id="0" name=""/>
        <dsp:cNvSpPr/>
      </dsp:nvSpPr>
      <dsp:spPr>
        <a:xfrm>
          <a:off x="1398068" y="361418"/>
          <a:ext cx="1214963" cy="906944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319987"/>
              <a:satOff val="-5840"/>
              <a:lumOff val="-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38100" rIns="12700" bIns="1270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000" i="1" kern="1200" dirty="0"/>
            <a:t> A project should be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000" i="1" kern="1200" dirty="0"/>
            <a:t>tied to measurable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000" i="1" kern="1200" dirty="0"/>
            <a:t>business outcomes</a:t>
          </a:r>
        </a:p>
      </dsp:txBody>
      <dsp:txXfrm>
        <a:off x="1419319" y="382669"/>
        <a:ext cx="1172461" cy="885693"/>
      </dsp:txXfrm>
    </dsp:sp>
    <dsp:sp modelId="{F09E8A73-B71D-4CA0-897B-296E0C536BEE}">
      <dsp:nvSpPr>
        <dsp:cNvPr id="0" name=""/>
        <dsp:cNvSpPr/>
      </dsp:nvSpPr>
      <dsp:spPr>
        <a:xfrm>
          <a:off x="1398068" y="1268363"/>
          <a:ext cx="1214963" cy="389986"/>
        </a:xfrm>
        <a:prstGeom prst="rect">
          <a:avLst/>
        </a:prstGeom>
        <a:gradFill rotWithShape="0">
          <a:gsLst>
            <a:gs pos="0">
              <a:schemeClr val="accent4">
                <a:hueOff val="1319987"/>
                <a:satOff val="-5840"/>
                <a:lumOff val="-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319987"/>
                <a:satOff val="-5840"/>
                <a:lumOff val="-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319987"/>
                <a:satOff val="-5840"/>
                <a:lumOff val="-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1319987"/>
              <a:satOff val="-5840"/>
              <a:lumOff val="-98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0" rIns="12700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BUSINESS STRATEGY</a:t>
          </a:r>
        </a:p>
      </dsp:txBody>
      <dsp:txXfrm>
        <a:off x="1398068" y="1268363"/>
        <a:ext cx="855608" cy="389986"/>
      </dsp:txXfrm>
    </dsp:sp>
    <dsp:sp modelId="{1A7F28C3-C767-4311-9E0B-F52C2B18A5A4}">
      <dsp:nvSpPr>
        <dsp:cNvPr id="0" name=""/>
        <dsp:cNvSpPr/>
      </dsp:nvSpPr>
      <dsp:spPr>
        <a:xfrm>
          <a:off x="2168304" y="1240975"/>
          <a:ext cx="425237" cy="42523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4">
              <a:tint val="40000"/>
              <a:alpha val="90000"/>
              <a:hueOff val="1231907"/>
              <a:satOff val="-6134"/>
              <a:lumOff val="-58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982AA40-DD56-409A-8078-F9450A314AAF}">
      <dsp:nvSpPr>
        <dsp:cNvPr id="0" name=""/>
        <dsp:cNvSpPr/>
      </dsp:nvSpPr>
      <dsp:spPr>
        <a:xfrm>
          <a:off x="2818633" y="361418"/>
          <a:ext cx="1214963" cy="906944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639975"/>
              <a:satOff val="-11681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38100" rIns="12700" bIns="1270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000" i="1" kern="1200" dirty="0"/>
            <a:t>Cultural shift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000" i="1" kern="1200" dirty="0"/>
            <a:t>Change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000" i="1" kern="1200" dirty="0"/>
            <a:t>management.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000" i="1" kern="1200" dirty="0"/>
            <a:t>Embrace data-driven thinking and continuous learning</a:t>
          </a:r>
        </a:p>
      </dsp:txBody>
      <dsp:txXfrm>
        <a:off x="2839884" y="382669"/>
        <a:ext cx="1172461" cy="885693"/>
      </dsp:txXfrm>
    </dsp:sp>
    <dsp:sp modelId="{ED848E6C-FC01-46AC-951E-0970779FBFA7}">
      <dsp:nvSpPr>
        <dsp:cNvPr id="0" name=""/>
        <dsp:cNvSpPr/>
      </dsp:nvSpPr>
      <dsp:spPr>
        <a:xfrm>
          <a:off x="2818633" y="1268363"/>
          <a:ext cx="1214963" cy="389986"/>
        </a:xfrm>
        <a:prstGeom prst="rect">
          <a:avLst/>
        </a:prstGeom>
        <a:gradFill rotWithShape="0">
          <a:gsLst>
            <a:gs pos="0">
              <a:schemeClr val="accent4">
                <a:hueOff val="2639975"/>
                <a:satOff val="-11681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639975"/>
                <a:satOff val="-11681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639975"/>
                <a:satOff val="-11681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2639975"/>
              <a:satOff val="-11681"/>
              <a:lumOff val="-196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0" rIns="12700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CULTURAL READINESS</a:t>
          </a:r>
        </a:p>
      </dsp:txBody>
      <dsp:txXfrm>
        <a:off x="2818633" y="1268363"/>
        <a:ext cx="855608" cy="389986"/>
      </dsp:txXfrm>
    </dsp:sp>
    <dsp:sp modelId="{2033DC76-57D5-45E4-BCFF-48FCE0D3742E}">
      <dsp:nvSpPr>
        <dsp:cNvPr id="0" name=""/>
        <dsp:cNvSpPr/>
      </dsp:nvSpPr>
      <dsp:spPr>
        <a:xfrm>
          <a:off x="3621522" y="1254106"/>
          <a:ext cx="425237" cy="425237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4">
              <a:tint val="40000"/>
              <a:alpha val="90000"/>
              <a:hueOff val="2463814"/>
              <a:satOff val="-12268"/>
              <a:lumOff val="-116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28550E8-02B5-4073-8643-79C442E013D1}">
      <dsp:nvSpPr>
        <dsp:cNvPr id="0" name=""/>
        <dsp:cNvSpPr/>
      </dsp:nvSpPr>
      <dsp:spPr>
        <a:xfrm>
          <a:off x="2812" y="1966157"/>
          <a:ext cx="1214963" cy="906944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3959962"/>
              <a:satOff val="-17521"/>
              <a:lumOff val="-294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38100" rIns="12700" bIns="1270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i="1" kern="1200" dirty="0"/>
            <a:t>Use data to identify pain points &amp; opportunities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i="1" kern="1200" dirty="0"/>
            <a:t>Build strategies around facts rather than assumption</a:t>
          </a:r>
        </a:p>
      </dsp:txBody>
      <dsp:txXfrm>
        <a:off x="24063" y="1987408"/>
        <a:ext cx="1172461" cy="885693"/>
      </dsp:txXfrm>
    </dsp:sp>
    <dsp:sp modelId="{F76F60F1-B2EB-4145-8B78-51703D3A11B9}">
      <dsp:nvSpPr>
        <dsp:cNvPr id="0" name=""/>
        <dsp:cNvSpPr/>
      </dsp:nvSpPr>
      <dsp:spPr>
        <a:xfrm>
          <a:off x="2812" y="2873102"/>
          <a:ext cx="1214963" cy="389986"/>
        </a:xfrm>
        <a:prstGeom prst="rect">
          <a:avLst/>
        </a:prstGeom>
        <a:gradFill rotWithShape="0">
          <a:gsLst>
            <a:gs pos="0">
              <a:schemeClr val="accent4">
                <a:hueOff val="3959962"/>
                <a:satOff val="-17521"/>
                <a:lumOff val="-29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959962"/>
                <a:satOff val="-17521"/>
                <a:lumOff val="-29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959962"/>
                <a:satOff val="-17521"/>
                <a:lumOff val="-29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3959962"/>
              <a:satOff val="-17521"/>
              <a:lumOff val="-294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0" rIns="12700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FACT-BASED METHODS</a:t>
          </a:r>
        </a:p>
      </dsp:txBody>
      <dsp:txXfrm>
        <a:off x="2812" y="2873102"/>
        <a:ext cx="855608" cy="389986"/>
      </dsp:txXfrm>
    </dsp:sp>
    <dsp:sp modelId="{33BF6E2E-5378-4C6C-88BC-27425EF81A6C}">
      <dsp:nvSpPr>
        <dsp:cNvPr id="0" name=""/>
        <dsp:cNvSpPr/>
      </dsp:nvSpPr>
      <dsp:spPr>
        <a:xfrm>
          <a:off x="827474" y="2847959"/>
          <a:ext cx="425237" cy="425237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4">
              <a:tint val="40000"/>
              <a:alpha val="90000"/>
              <a:hueOff val="3695721"/>
              <a:satOff val="-18401"/>
              <a:lumOff val="-174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6B1A4A6-F964-49B3-8CBE-239048F58489}">
      <dsp:nvSpPr>
        <dsp:cNvPr id="0" name=""/>
        <dsp:cNvSpPr/>
      </dsp:nvSpPr>
      <dsp:spPr>
        <a:xfrm>
          <a:off x="1423377" y="1966157"/>
          <a:ext cx="1214963" cy="906944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279950"/>
              <a:satOff val="-23362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38100" rIns="12700" bIns="1270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i="1" kern="1200" dirty="0"/>
            <a:t>Tech as an enabler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i="1" kern="1200" dirty="0"/>
            <a:t>Supports scalability, speed &amp; integration across systems</a:t>
          </a:r>
        </a:p>
      </dsp:txBody>
      <dsp:txXfrm>
        <a:off x="1444628" y="1987408"/>
        <a:ext cx="1172461" cy="885693"/>
      </dsp:txXfrm>
    </dsp:sp>
    <dsp:sp modelId="{44D400FB-400D-4EEA-9B55-5637D3E681F0}">
      <dsp:nvSpPr>
        <dsp:cNvPr id="0" name=""/>
        <dsp:cNvSpPr/>
      </dsp:nvSpPr>
      <dsp:spPr>
        <a:xfrm>
          <a:off x="1423377" y="2873102"/>
          <a:ext cx="1214963" cy="389986"/>
        </a:xfrm>
        <a:prstGeom prst="rect">
          <a:avLst/>
        </a:prstGeom>
        <a:gradFill rotWithShape="0">
          <a:gsLst>
            <a:gs pos="0">
              <a:schemeClr val="accent4">
                <a:hueOff val="5279950"/>
                <a:satOff val="-23362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279950"/>
                <a:satOff val="-23362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279950"/>
                <a:satOff val="-23362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5279950"/>
              <a:satOff val="-23362"/>
              <a:lumOff val="-392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0" rIns="12700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TECHNOLOGY EVOLUTION</a:t>
          </a:r>
        </a:p>
      </dsp:txBody>
      <dsp:txXfrm>
        <a:off x="1423377" y="2873102"/>
        <a:ext cx="855608" cy="389986"/>
      </dsp:txXfrm>
    </dsp:sp>
    <dsp:sp modelId="{FB3D2AD7-2B2B-4E37-8AA8-F402A92A7FB7}">
      <dsp:nvSpPr>
        <dsp:cNvPr id="0" name=""/>
        <dsp:cNvSpPr/>
      </dsp:nvSpPr>
      <dsp:spPr>
        <a:xfrm>
          <a:off x="2215380" y="2858845"/>
          <a:ext cx="425237" cy="425237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4">
              <a:tint val="40000"/>
              <a:alpha val="90000"/>
              <a:hueOff val="4927628"/>
              <a:satOff val="-24535"/>
              <a:lumOff val="-23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E21F56A-CDD4-44A2-8115-A247EA6DC52D}">
      <dsp:nvSpPr>
        <dsp:cNvPr id="0" name=""/>
        <dsp:cNvSpPr/>
      </dsp:nvSpPr>
      <dsp:spPr>
        <a:xfrm>
          <a:off x="2843942" y="1966157"/>
          <a:ext cx="1214963" cy="906944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700" tIns="38100" rIns="12700" bIns="1270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000" i="1" kern="1200" dirty="0"/>
            <a:t>Digitize workflows and integrate analytics into daily operations</a:t>
          </a:r>
        </a:p>
      </dsp:txBody>
      <dsp:txXfrm>
        <a:off x="2865193" y="1987408"/>
        <a:ext cx="1172461" cy="885693"/>
      </dsp:txXfrm>
    </dsp:sp>
    <dsp:sp modelId="{CFF2EA68-F5B3-4B40-AAAA-CF1EC658F0E0}">
      <dsp:nvSpPr>
        <dsp:cNvPr id="0" name=""/>
        <dsp:cNvSpPr/>
      </dsp:nvSpPr>
      <dsp:spPr>
        <a:xfrm>
          <a:off x="2843942" y="2873102"/>
          <a:ext cx="1214963" cy="389986"/>
        </a:xfrm>
        <a:prstGeom prst="rect">
          <a:avLst/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6599937"/>
              <a:satOff val="-29202"/>
              <a:lumOff val="-490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0" rIns="12700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PROCESS ALIIGNMENT</a:t>
          </a:r>
        </a:p>
      </dsp:txBody>
      <dsp:txXfrm>
        <a:off x="2843942" y="2873102"/>
        <a:ext cx="855608" cy="389986"/>
      </dsp:txXfrm>
    </dsp:sp>
    <dsp:sp modelId="{9D3B1CDA-8ADF-4419-A6CD-BE63E7A02E3F}">
      <dsp:nvSpPr>
        <dsp:cNvPr id="0" name=""/>
        <dsp:cNvSpPr/>
      </dsp:nvSpPr>
      <dsp:spPr>
        <a:xfrm>
          <a:off x="3614178" y="2847963"/>
          <a:ext cx="425237" cy="425237"/>
        </a:xfrm>
        <a:prstGeom prst="ellipse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4">
              <a:tint val="40000"/>
              <a:alpha val="90000"/>
              <a:hueOff val="6159535"/>
              <a:satOff val="-30669"/>
              <a:lumOff val="-291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712FE-AB29-4FFC-A12B-1CDF9E05E2F1}">
      <dsp:nvSpPr>
        <dsp:cNvPr id="0" name=""/>
        <dsp:cNvSpPr/>
      </dsp:nvSpPr>
      <dsp:spPr>
        <a:xfrm>
          <a:off x="1123211" y="334926"/>
          <a:ext cx="2233050" cy="2233050"/>
        </a:xfrm>
        <a:prstGeom prst="blockArc">
          <a:avLst>
            <a:gd name="adj1" fmla="val 10800000"/>
            <a:gd name="adj2" fmla="val 16200000"/>
            <a:gd name="adj3" fmla="val 4640"/>
          </a:avLst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D174BA9-BE4D-48FC-9A5F-91274011C7DB}">
      <dsp:nvSpPr>
        <dsp:cNvPr id="0" name=""/>
        <dsp:cNvSpPr/>
      </dsp:nvSpPr>
      <dsp:spPr>
        <a:xfrm>
          <a:off x="1123211" y="334926"/>
          <a:ext cx="2233050" cy="2233050"/>
        </a:xfrm>
        <a:prstGeom prst="blockArc">
          <a:avLst>
            <a:gd name="adj1" fmla="val 5400000"/>
            <a:gd name="adj2" fmla="val 10800000"/>
            <a:gd name="adj3" fmla="val 4640"/>
          </a:avLst>
        </a:prstGeom>
        <a:gradFill rotWithShape="0">
          <a:gsLst>
            <a:gs pos="0">
              <a:schemeClr val="accent4">
                <a:hueOff val="4399958"/>
                <a:satOff val="-19468"/>
                <a:lumOff val="-32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399958"/>
                <a:satOff val="-19468"/>
                <a:lumOff val="-32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399958"/>
                <a:satOff val="-19468"/>
                <a:lumOff val="-32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FE13028-BE3C-4979-80B5-34938F430F49}">
      <dsp:nvSpPr>
        <dsp:cNvPr id="0" name=""/>
        <dsp:cNvSpPr/>
      </dsp:nvSpPr>
      <dsp:spPr>
        <a:xfrm>
          <a:off x="1123211" y="334926"/>
          <a:ext cx="2233050" cy="2233050"/>
        </a:xfrm>
        <a:prstGeom prst="blockArc">
          <a:avLst>
            <a:gd name="adj1" fmla="val 0"/>
            <a:gd name="adj2" fmla="val 5400000"/>
            <a:gd name="adj3" fmla="val 4640"/>
          </a:avLst>
        </a:prstGeom>
        <a:gradFill rotWithShape="0">
          <a:gsLst>
            <a:gs pos="0">
              <a:schemeClr val="accent4">
                <a:hueOff val="2199979"/>
                <a:satOff val="-9734"/>
                <a:lumOff val="-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199979"/>
                <a:satOff val="-9734"/>
                <a:lumOff val="-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199979"/>
                <a:satOff val="-9734"/>
                <a:lumOff val="-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47CBBED-6253-4823-B4F1-6958EA9C3BC2}">
      <dsp:nvSpPr>
        <dsp:cNvPr id="0" name=""/>
        <dsp:cNvSpPr/>
      </dsp:nvSpPr>
      <dsp:spPr>
        <a:xfrm>
          <a:off x="1123211" y="334926"/>
          <a:ext cx="2233050" cy="2233050"/>
        </a:xfrm>
        <a:prstGeom prst="blockArc">
          <a:avLst>
            <a:gd name="adj1" fmla="val 16200000"/>
            <a:gd name="adj2" fmla="val 0"/>
            <a:gd name="adj3" fmla="val 464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8223F14-C7AC-4B59-808E-EC87CEAD5DA0}">
      <dsp:nvSpPr>
        <dsp:cNvPr id="0" name=""/>
        <dsp:cNvSpPr/>
      </dsp:nvSpPr>
      <dsp:spPr>
        <a:xfrm>
          <a:off x="1725734" y="937449"/>
          <a:ext cx="1028004" cy="1028004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 dirty="0"/>
            <a:t>AUTOMATION TRANSFORMATION</a:t>
          </a:r>
        </a:p>
      </dsp:txBody>
      <dsp:txXfrm>
        <a:off x="1876282" y="1087997"/>
        <a:ext cx="726908" cy="726908"/>
      </dsp:txXfrm>
    </dsp:sp>
    <dsp:sp modelId="{12AE3E33-565B-42F8-BBC8-3F6FAA8E5FCB}">
      <dsp:nvSpPr>
        <dsp:cNvPr id="0" name=""/>
        <dsp:cNvSpPr/>
      </dsp:nvSpPr>
      <dsp:spPr>
        <a:xfrm>
          <a:off x="1879935" y="1030"/>
          <a:ext cx="719602" cy="719602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RPA</a:t>
          </a:r>
        </a:p>
      </dsp:txBody>
      <dsp:txXfrm>
        <a:off x="1985318" y="106413"/>
        <a:ext cx="508836" cy="508836"/>
      </dsp:txXfrm>
    </dsp:sp>
    <dsp:sp modelId="{909A39FE-0DAE-49D6-B34F-FB82D70AD2B8}">
      <dsp:nvSpPr>
        <dsp:cNvPr id="0" name=""/>
        <dsp:cNvSpPr/>
      </dsp:nvSpPr>
      <dsp:spPr>
        <a:xfrm>
          <a:off x="2970554" y="1091650"/>
          <a:ext cx="719602" cy="719602"/>
        </a:xfrm>
        <a:prstGeom prst="ellipse">
          <a:avLst/>
        </a:prstGeom>
        <a:gradFill rotWithShape="0">
          <a:gsLst>
            <a:gs pos="0">
              <a:schemeClr val="accent4">
                <a:hueOff val="2199979"/>
                <a:satOff val="-9734"/>
                <a:lumOff val="-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199979"/>
                <a:satOff val="-9734"/>
                <a:lumOff val="-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199979"/>
                <a:satOff val="-9734"/>
                <a:lumOff val="-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SPA</a:t>
          </a:r>
        </a:p>
      </dsp:txBody>
      <dsp:txXfrm>
        <a:off x="3075937" y="1197033"/>
        <a:ext cx="508836" cy="508836"/>
      </dsp:txXfrm>
    </dsp:sp>
    <dsp:sp modelId="{D80E9534-9784-41CA-9187-AA4DBBB466AB}">
      <dsp:nvSpPr>
        <dsp:cNvPr id="0" name=""/>
        <dsp:cNvSpPr/>
      </dsp:nvSpPr>
      <dsp:spPr>
        <a:xfrm>
          <a:off x="1879935" y="2182270"/>
          <a:ext cx="719602" cy="719602"/>
        </a:xfrm>
        <a:prstGeom prst="ellipse">
          <a:avLst/>
        </a:prstGeom>
        <a:gradFill rotWithShape="0">
          <a:gsLst>
            <a:gs pos="0">
              <a:schemeClr val="accent4">
                <a:hueOff val="4399958"/>
                <a:satOff val="-19468"/>
                <a:lumOff val="-32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4399958"/>
                <a:satOff val="-19468"/>
                <a:lumOff val="-32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4399958"/>
                <a:satOff val="-19468"/>
                <a:lumOff val="-32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AI</a:t>
          </a:r>
        </a:p>
      </dsp:txBody>
      <dsp:txXfrm>
        <a:off x="1985318" y="2287653"/>
        <a:ext cx="508836" cy="508836"/>
      </dsp:txXfrm>
    </dsp:sp>
    <dsp:sp modelId="{E3D09284-A434-463D-BB0F-589D606885D1}">
      <dsp:nvSpPr>
        <dsp:cNvPr id="0" name=""/>
        <dsp:cNvSpPr/>
      </dsp:nvSpPr>
      <dsp:spPr>
        <a:xfrm>
          <a:off x="789315" y="1091650"/>
          <a:ext cx="719602" cy="719602"/>
        </a:xfrm>
        <a:prstGeom prst="ellipse">
          <a:avLst/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ML</a:t>
          </a:r>
        </a:p>
      </dsp:txBody>
      <dsp:txXfrm>
        <a:off x="894698" y="1197033"/>
        <a:ext cx="508836" cy="5088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F96FB-5622-4B9D-A186-F0CC5316687E}">
      <dsp:nvSpPr>
        <dsp:cNvPr id="0" name=""/>
        <dsp:cNvSpPr/>
      </dsp:nvSpPr>
      <dsp:spPr>
        <a:xfrm rot="5400000">
          <a:off x="1674638" y="667860"/>
          <a:ext cx="1098585" cy="955768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Intelligent decision support</a:t>
          </a:r>
        </a:p>
      </dsp:txBody>
      <dsp:txXfrm rot="-5400000">
        <a:off x="1894986" y="767648"/>
        <a:ext cx="657888" cy="756193"/>
      </dsp:txXfrm>
    </dsp:sp>
    <dsp:sp modelId="{6BA282B6-6FF7-416F-AA21-F2A21AD90938}">
      <dsp:nvSpPr>
        <dsp:cNvPr id="0" name=""/>
        <dsp:cNvSpPr/>
      </dsp:nvSpPr>
      <dsp:spPr>
        <a:xfrm>
          <a:off x="2730818" y="816169"/>
          <a:ext cx="1226020" cy="659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HEALTHCARE</a:t>
          </a:r>
        </a:p>
      </dsp:txBody>
      <dsp:txXfrm>
        <a:off x="2730818" y="816169"/>
        <a:ext cx="1226020" cy="659151"/>
      </dsp:txXfrm>
    </dsp:sp>
    <dsp:sp modelId="{F5FFE0D2-06E5-4CC1-B4CC-834DA1C28F07}">
      <dsp:nvSpPr>
        <dsp:cNvPr id="0" name=""/>
        <dsp:cNvSpPr/>
      </dsp:nvSpPr>
      <dsp:spPr>
        <a:xfrm rot="5400000">
          <a:off x="642408" y="667860"/>
          <a:ext cx="1098585" cy="955768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1319987"/>
                <a:satOff val="-5840"/>
                <a:lumOff val="-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319987"/>
                <a:satOff val="-5840"/>
                <a:lumOff val="-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319987"/>
                <a:satOff val="-5840"/>
                <a:lumOff val="-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 rot="-5400000">
        <a:off x="862756" y="767648"/>
        <a:ext cx="657888" cy="756193"/>
      </dsp:txXfrm>
    </dsp:sp>
    <dsp:sp modelId="{019C4C3D-FDF8-419F-9C8E-FCBA9C1AFDDE}">
      <dsp:nvSpPr>
        <dsp:cNvPr id="0" name=""/>
        <dsp:cNvSpPr/>
      </dsp:nvSpPr>
      <dsp:spPr>
        <a:xfrm rot="5400000">
          <a:off x="1156545" y="1600339"/>
          <a:ext cx="1098585" cy="955768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2639975"/>
                <a:satOff val="-11681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2639975"/>
                <a:satOff val="-11681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2639975"/>
                <a:satOff val="-11681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Smarter compliance audit</a:t>
          </a:r>
        </a:p>
      </dsp:txBody>
      <dsp:txXfrm rot="-5400000">
        <a:off x="1376893" y="1700127"/>
        <a:ext cx="657888" cy="756193"/>
      </dsp:txXfrm>
    </dsp:sp>
    <dsp:sp modelId="{D73C0B1C-06F6-4412-A370-C6E68B241BE2}">
      <dsp:nvSpPr>
        <dsp:cNvPr id="0" name=""/>
        <dsp:cNvSpPr/>
      </dsp:nvSpPr>
      <dsp:spPr>
        <a:xfrm>
          <a:off x="1932" y="1748647"/>
          <a:ext cx="1186471" cy="659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FINANCIAL SERVICES</a:t>
          </a:r>
        </a:p>
      </dsp:txBody>
      <dsp:txXfrm>
        <a:off x="1932" y="1748647"/>
        <a:ext cx="1186471" cy="659151"/>
      </dsp:txXfrm>
    </dsp:sp>
    <dsp:sp modelId="{BBBF50A7-5E2C-45CB-AB4D-BCA528989F17}">
      <dsp:nvSpPr>
        <dsp:cNvPr id="0" name=""/>
        <dsp:cNvSpPr/>
      </dsp:nvSpPr>
      <dsp:spPr>
        <a:xfrm rot="5400000">
          <a:off x="2188776" y="1600339"/>
          <a:ext cx="1098585" cy="955768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3959962"/>
                <a:satOff val="-17521"/>
                <a:lumOff val="-29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3959962"/>
                <a:satOff val="-17521"/>
                <a:lumOff val="-29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3959962"/>
                <a:satOff val="-17521"/>
                <a:lumOff val="-29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Predictive risk management</a:t>
          </a:r>
        </a:p>
      </dsp:txBody>
      <dsp:txXfrm rot="-5400000">
        <a:off x="2409124" y="1700127"/>
        <a:ext cx="657888" cy="756193"/>
      </dsp:txXfrm>
    </dsp:sp>
    <dsp:sp modelId="{23740285-D43B-4826-9722-3C8747A8AAA5}">
      <dsp:nvSpPr>
        <dsp:cNvPr id="0" name=""/>
        <dsp:cNvSpPr/>
      </dsp:nvSpPr>
      <dsp:spPr>
        <a:xfrm rot="5400000">
          <a:off x="1674638" y="2532817"/>
          <a:ext cx="1098585" cy="955768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5279950"/>
                <a:satOff val="-23362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279950"/>
                <a:satOff val="-23362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279950"/>
                <a:satOff val="-23362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Smarter surveillance and safety</a:t>
          </a:r>
        </a:p>
      </dsp:txBody>
      <dsp:txXfrm rot="-5400000">
        <a:off x="1894986" y="2632605"/>
        <a:ext cx="657888" cy="756193"/>
      </dsp:txXfrm>
    </dsp:sp>
    <dsp:sp modelId="{FFF28320-A8E9-4248-B561-D1E735048674}">
      <dsp:nvSpPr>
        <dsp:cNvPr id="0" name=""/>
        <dsp:cNvSpPr/>
      </dsp:nvSpPr>
      <dsp:spPr>
        <a:xfrm>
          <a:off x="2730818" y="2681126"/>
          <a:ext cx="1226020" cy="659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PUBLIC SECTOR</a:t>
          </a:r>
        </a:p>
      </dsp:txBody>
      <dsp:txXfrm>
        <a:off x="2730818" y="2681126"/>
        <a:ext cx="1226020" cy="659151"/>
      </dsp:txXfrm>
    </dsp:sp>
    <dsp:sp modelId="{A786C81B-2208-4A08-BC45-E52A80BD8A57}">
      <dsp:nvSpPr>
        <dsp:cNvPr id="0" name=""/>
        <dsp:cNvSpPr/>
      </dsp:nvSpPr>
      <dsp:spPr>
        <a:xfrm rot="5400000">
          <a:off x="642408" y="2532817"/>
          <a:ext cx="1098585" cy="955768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4">
                <a:hueOff val="6599937"/>
                <a:satOff val="-29202"/>
                <a:lumOff val="-49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6599937"/>
                <a:satOff val="-29202"/>
                <a:lumOff val="-49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6599937"/>
                <a:satOff val="-29202"/>
                <a:lumOff val="-49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 rot="-5400000">
        <a:off x="862756" y="2632605"/>
        <a:ext cx="657888" cy="7561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7BFF08-B8DC-44A8-B0BB-39F9D481CE84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E5E69-962F-4E0A-9D9E-A81AF9A7FD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62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E5E69-962F-4E0A-9D9E-A81AF9A7FDD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776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E5E69-962F-4E0A-9D9E-A81AF9A7FDD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940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F12E8-1B91-D491-521C-006C1A172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616A8B-3EF5-D882-47E5-BF62EB522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212ED-73E1-1AAE-6680-A7A885222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D21F5-D0C0-456E-AEAC-32A62EF14BE2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BB34A-48DD-112F-72FB-9803ED4E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83785-4815-9E6C-BD2F-5BAC5B21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1A6F-1F1A-421A-A25B-39BC650E8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006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7367-653E-F068-E56E-793980291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4E4F5-4FDB-130F-6454-A5B99ED54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35FC6-929A-4C1A-542D-A6CC7E4A3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D21F5-D0C0-456E-AEAC-32A62EF14BE2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4C7B2-A1F3-9FA8-D4F1-DE825B6C9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5A370-695C-2C3C-5CA5-16B101F0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1A6F-1F1A-421A-A25B-39BC650E8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510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71887-E104-2636-76BD-0680C43C7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B4C36-FF35-61AD-ACDF-B8064233F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F515E9-CB5B-B71F-62F0-ECC1B8764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D21F5-D0C0-456E-AEAC-32A62EF14BE2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0924E-5898-15D8-F5DF-C1424BC05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CDC6C-D826-5453-5A68-70CE2D347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1A6F-1F1A-421A-A25B-39BC650E8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815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0760-808C-222D-950E-ECC8F6DAA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E3F4F-FEDA-3BB8-8409-07BB2E3F84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708C9-42E7-5F6F-B568-D31E91480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7DF23-A86D-B1D9-2639-F3BADCB4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D21F5-D0C0-456E-AEAC-32A62EF14BE2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BC45F-E447-621A-621C-A5254C4F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DF6A4-F8B7-5E1C-A5C1-A276BDFE2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1A6F-1F1A-421A-A25B-39BC650E8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252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01742-D02E-251F-5C31-0C717C8B2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C039D-FC12-3A45-FA07-C57DB8C8F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59139-87B1-F8FF-4E13-C9AD33AC5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F8D14-E32D-FE14-F8A9-D91A948E06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B9AA70-5568-2A4E-F01D-FE6AC6E5D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DB4710-B71C-5492-5021-25D98E7D9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D21F5-D0C0-456E-AEAC-32A62EF14BE2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6F4052-C3B8-16A6-130B-F076DAA49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F2184-72EF-ED20-0A06-75BB7BB7E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1A6F-1F1A-421A-A25B-39BC650E8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191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B137D-E6F0-88F0-BCF6-74A71E53B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9BF786-F399-CD24-A3EC-B2B1E4B5D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D21F5-D0C0-456E-AEAC-32A62EF14BE2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53AF08-CB56-A41B-501D-DC2C27335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F5966-DAFB-2649-D3F2-B909153C7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1A6F-1F1A-421A-A25B-39BC650E8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356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7D2186-8CE2-7BDA-886B-E7B7B4FE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D21F5-D0C0-456E-AEAC-32A62EF14BE2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4D61B8-B91A-6D8B-A2AB-1747A0CD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15BAA-B2B9-ECBA-AB50-BCB7D92D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1A6F-1F1A-421A-A25B-39BC650E8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812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998E0-543D-7802-3F1D-8B11FE064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4EDDE-EA78-2646-34BF-1CC45E1DB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676B9-DAC0-4686-3B43-0137E50CB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BEB1A-F52D-2C72-DB1F-86F39B80F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D21F5-D0C0-456E-AEAC-32A62EF14BE2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CBEC9-99DC-B36B-2A30-BD53E918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D942F-ABD6-61C2-45DB-E89E8B18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1A6F-1F1A-421A-A25B-39BC650E8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417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D7BB6-E536-8F67-D70C-832C04E8D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346AA2-EA45-5C04-39DD-D96E048117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E7AF8A-8479-5866-2546-34093DB19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EEBC7-64E2-FC5A-BAC3-F72E28F6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D21F5-D0C0-456E-AEAC-32A62EF14BE2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E87EB-CA8F-04BC-9DA2-EC5DE4B47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23F4E-2ABB-34EE-052D-80E3AD527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1A6F-1F1A-421A-A25B-39BC650E8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963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F5DCE-EC08-3DCD-DB04-880D64519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BF1ED-7D79-3A6D-8E96-3417BD874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85035-D4F0-F3B6-B777-E2D9529F3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D21F5-D0C0-456E-AEAC-32A62EF14BE2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A069F-5D37-FD32-7C7E-3F156B674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4B489-38F1-E76B-38D9-190E087FE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1A6F-1F1A-421A-A25B-39BC650E8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3062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B388B6-1FF4-0D30-2739-37145F8328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2AB13-92E2-0DF8-7C40-BF23E93A4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AE6BB-4452-FDFC-03B2-0AC61D707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D21F5-D0C0-456E-AEAC-32A62EF14BE2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883D0-9582-6767-82D6-DD3B0A5F1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8678F-28FF-F4CD-05AE-D3DB3AD5E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F1A6F-1F1A-421A-A25B-39BC650E8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950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35B28F-2E48-8610-434D-97387887E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D3730-E74B-B712-DA5E-DEB396982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047B5-5280-282A-78AA-B8D2581899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D21F5-D0C0-456E-AEAC-32A62EF14BE2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0C564-BCC7-6E41-EE7B-9815228A7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3706B-2F16-EC56-336A-93C003C5B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F1A6F-1F1A-421A-A25B-39BC650E84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01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diagramData" Target="../diagrams/data2.xml"/><Relationship Id="rId18" Type="http://schemas.openxmlformats.org/officeDocument/2006/relationships/image" Target="../media/image7.png"/><Relationship Id="rId3" Type="http://schemas.openxmlformats.org/officeDocument/2006/relationships/image" Target="../media/image2.svg"/><Relationship Id="rId21" Type="http://schemas.openxmlformats.org/officeDocument/2006/relationships/image" Target="../media/image10.svg"/><Relationship Id="rId7" Type="http://schemas.openxmlformats.org/officeDocument/2006/relationships/image" Target="../media/image6.svg"/><Relationship Id="rId12" Type="http://schemas.microsoft.com/office/2007/relationships/diagramDrawing" Target="../diagrams/drawing1.xml"/><Relationship Id="rId17" Type="http://schemas.microsoft.com/office/2007/relationships/diagramDrawing" Target="../diagrams/drawing2.xml"/><Relationship Id="rId2" Type="http://schemas.openxmlformats.org/officeDocument/2006/relationships/image" Target="../media/image1.png"/><Relationship Id="rId16" Type="http://schemas.openxmlformats.org/officeDocument/2006/relationships/diagramColors" Target="../diagrams/colors2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4.svg"/><Relationship Id="rId15" Type="http://schemas.openxmlformats.org/officeDocument/2006/relationships/diagramQuickStyle" Target="../diagrams/quickStyle2.xml"/><Relationship Id="rId23" Type="http://schemas.openxmlformats.org/officeDocument/2006/relationships/image" Target="../media/image12.svg"/><Relationship Id="rId10" Type="http://schemas.openxmlformats.org/officeDocument/2006/relationships/diagramQuickStyle" Target="../diagrams/quickStyle1.xml"/><Relationship Id="rId19" Type="http://schemas.openxmlformats.org/officeDocument/2006/relationships/image" Target="../media/image8.svg"/><Relationship Id="rId4" Type="http://schemas.openxmlformats.org/officeDocument/2006/relationships/image" Target="../media/image3.png"/><Relationship Id="rId9" Type="http://schemas.openxmlformats.org/officeDocument/2006/relationships/diagramLayout" Target="../diagrams/layout1.xml"/><Relationship Id="rId14" Type="http://schemas.openxmlformats.org/officeDocument/2006/relationships/diagramLayout" Target="../diagrams/layout2.xml"/><Relationship Id="rId22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diagramData" Target="../diagrams/data5.xml"/><Relationship Id="rId18" Type="http://schemas.openxmlformats.org/officeDocument/2006/relationships/diagramData" Target="../diagrams/data6.xml"/><Relationship Id="rId3" Type="http://schemas.openxmlformats.org/officeDocument/2006/relationships/diagramData" Target="../diagrams/data3.xml"/><Relationship Id="rId21" Type="http://schemas.openxmlformats.org/officeDocument/2006/relationships/diagramColors" Target="../diagrams/colors6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1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5.xml"/><Relationship Id="rId20" Type="http://schemas.openxmlformats.org/officeDocument/2006/relationships/diagramQuickStyle" Target="../diagrams/quickStyl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4.xml"/><Relationship Id="rId19" Type="http://schemas.openxmlformats.org/officeDocument/2006/relationships/diagramLayout" Target="../diagrams/layout6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Relationship Id="rId14" Type="http://schemas.openxmlformats.org/officeDocument/2006/relationships/diagramLayout" Target="../diagrams/layout5.xml"/><Relationship Id="rId22" Type="http://schemas.microsoft.com/office/2007/relationships/diagramDrawing" Target="../diagrams/drawing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svg"/><Relationship Id="rId18" Type="http://schemas.openxmlformats.org/officeDocument/2006/relationships/image" Target="../media/image37.png"/><Relationship Id="rId3" Type="http://schemas.openxmlformats.org/officeDocument/2006/relationships/image" Target="../media/image4.svg"/><Relationship Id="rId21" Type="http://schemas.openxmlformats.org/officeDocument/2006/relationships/image" Target="../media/image40.svg"/><Relationship Id="rId7" Type="http://schemas.openxmlformats.org/officeDocument/2006/relationships/image" Target="../media/image8.svg"/><Relationship Id="rId12" Type="http://schemas.openxmlformats.org/officeDocument/2006/relationships/image" Target="../media/image31.png"/><Relationship Id="rId17" Type="http://schemas.openxmlformats.org/officeDocument/2006/relationships/image" Target="../media/image36.svg"/><Relationship Id="rId25" Type="http://schemas.openxmlformats.org/officeDocument/2006/relationships/image" Target="../media/image44.svg"/><Relationship Id="rId2" Type="http://schemas.openxmlformats.org/officeDocument/2006/relationships/image" Target="../media/image3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0.svg"/><Relationship Id="rId24" Type="http://schemas.openxmlformats.org/officeDocument/2006/relationships/image" Target="../media/image43.png"/><Relationship Id="rId5" Type="http://schemas.openxmlformats.org/officeDocument/2006/relationships/image" Target="../media/image26.svg"/><Relationship Id="rId15" Type="http://schemas.openxmlformats.org/officeDocument/2006/relationships/image" Target="../media/image34.svg"/><Relationship Id="rId23" Type="http://schemas.openxmlformats.org/officeDocument/2006/relationships/image" Target="../media/image42.svg"/><Relationship Id="rId10" Type="http://schemas.openxmlformats.org/officeDocument/2006/relationships/image" Target="../media/image29.png"/><Relationship Id="rId19" Type="http://schemas.openxmlformats.org/officeDocument/2006/relationships/image" Target="../media/image38.svg"/><Relationship Id="rId4" Type="http://schemas.openxmlformats.org/officeDocument/2006/relationships/image" Target="../media/image25.png"/><Relationship Id="rId9" Type="http://schemas.openxmlformats.org/officeDocument/2006/relationships/image" Target="../media/image28.sv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49.png"/><Relationship Id="rId18" Type="http://schemas.openxmlformats.org/officeDocument/2006/relationships/image" Target="../media/image54.svg"/><Relationship Id="rId3" Type="http://schemas.openxmlformats.org/officeDocument/2006/relationships/image" Target="../media/image45.jpeg"/><Relationship Id="rId21" Type="http://schemas.openxmlformats.org/officeDocument/2006/relationships/image" Target="../media/image57.png"/><Relationship Id="rId7" Type="http://schemas.openxmlformats.org/officeDocument/2006/relationships/image" Target="../media/image42.svg"/><Relationship Id="rId12" Type="http://schemas.openxmlformats.org/officeDocument/2006/relationships/image" Target="../media/image48.sv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2.svg"/><Relationship Id="rId20" Type="http://schemas.openxmlformats.org/officeDocument/2006/relationships/image" Target="../media/image5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7.png"/><Relationship Id="rId5" Type="http://schemas.openxmlformats.org/officeDocument/2006/relationships/image" Target="../media/image10.sv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9.png"/><Relationship Id="rId9" Type="http://schemas.openxmlformats.org/officeDocument/2006/relationships/image" Target="../media/image8.svg"/><Relationship Id="rId14" Type="http://schemas.openxmlformats.org/officeDocument/2006/relationships/image" Target="../media/image50.svg"/><Relationship Id="rId22" Type="http://schemas.openxmlformats.org/officeDocument/2006/relationships/image" Target="../media/image5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FC32DB-94D1-1080-D3AC-297AA5E735BA}"/>
              </a:ext>
            </a:extLst>
          </p:cNvPr>
          <p:cNvSpPr txBox="1"/>
          <p:nvPr/>
        </p:nvSpPr>
        <p:spPr>
          <a:xfrm>
            <a:off x="0" y="0"/>
            <a:ext cx="4572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Abadi" panose="020B0604020104020204" pitchFamily="34" charset="0"/>
              </a:rPr>
              <a:t>BIG DATA IN REAL-TIME OPTIMIZATION</a:t>
            </a:r>
          </a:p>
          <a:p>
            <a:r>
              <a:rPr lang="en-GB" sz="1400" i="1" dirty="0">
                <a:latin typeface="Abadi" panose="020B0604020104020204" pitchFamily="34" charset="0"/>
              </a:rPr>
              <a:t>Moving from </a:t>
            </a:r>
            <a:r>
              <a:rPr lang="en-GB" sz="1400" b="1" i="1" dirty="0">
                <a:latin typeface="Abadi" panose="020B0604020104020204" pitchFamily="34" charset="0"/>
              </a:rPr>
              <a:t>Reactive</a:t>
            </a:r>
            <a:r>
              <a:rPr lang="en-GB" sz="1400" i="1" dirty="0">
                <a:latin typeface="Abadi" panose="020B0604020104020204" pitchFamily="34" charset="0"/>
              </a:rPr>
              <a:t> to </a:t>
            </a:r>
            <a:r>
              <a:rPr lang="en-GB" sz="1400" b="1" i="1" dirty="0">
                <a:latin typeface="Abadi" panose="020B0604020104020204" pitchFamily="34" charset="0"/>
              </a:rPr>
              <a:t>Proactive</a:t>
            </a:r>
            <a:r>
              <a:rPr lang="en-GB" sz="1400" i="1" dirty="0">
                <a:latin typeface="Abadi" panose="020B0604020104020204" pitchFamily="34" charset="0"/>
              </a:rPr>
              <a:t> decision making </a:t>
            </a:r>
            <a:endParaRPr lang="en-GB" b="1" i="1" dirty="0">
              <a:latin typeface="Abadi" panose="020B0604020104020204" pitchFamily="34" charset="0"/>
            </a:endParaRPr>
          </a:p>
        </p:txBody>
      </p:sp>
      <p:pic>
        <p:nvPicPr>
          <p:cNvPr id="14" name="Graphic 13" descr="Left Brain with solid fill">
            <a:extLst>
              <a:ext uri="{FF2B5EF4-FFF2-40B4-BE49-F238E27FC236}">
                <a16:creationId xmlns:a16="http://schemas.microsoft.com/office/drawing/2014/main" id="{AAC704AC-6F6D-C464-A961-243191DB9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3085" y="640716"/>
            <a:ext cx="360000" cy="360000"/>
          </a:xfrm>
          <a:prstGeom prst="rect">
            <a:avLst/>
          </a:prstGeom>
        </p:spPr>
      </p:pic>
      <p:pic>
        <p:nvPicPr>
          <p:cNvPr id="16" name="Graphic 15" descr="Server with solid fill">
            <a:extLst>
              <a:ext uri="{FF2B5EF4-FFF2-40B4-BE49-F238E27FC236}">
                <a16:creationId xmlns:a16="http://schemas.microsoft.com/office/drawing/2014/main" id="{DAF06AB0-7FB6-42C8-1565-5A8239F6A9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03656" y="597172"/>
            <a:ext cx="360000" cy="360000"/>
          </a:xfrm>
          <a:prstGeom prst="rect">
            <a:avLst/>
          </a:prstGeom>
        </p:spPr>
      </p:pic>
      <p:pic>
        <p:nvPicPr>
          <p:cNvPr id="18" name="Graphic 17" descr="Network with solid fill">
            <a:extLst>
              <a:ext uri="{FF2B5EF4-FFF2-40B4-BE49-F238E27FC236}">
                <a16:creationId xmlns:a16="http://schemas.microsoft.com/office/drawing/2014/main" id="{994C7C80-CD52-DA77-D6D7-CB98EE7996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4026" y="597172"/>
            <a:ext cx="360000" cy="360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1F047B2-84EA-E926-47C9-1DF05455900A}"/>
              </a:ext>
            </a:extLst>
          </p:cNvPr>
          <p:cNvSpPr txBox="1"/>
          <p:nvPr/>
        </p:nvSpPr>
        <p:spPr>
          <a:xfrm>
            <a:off x="113910" y="957171"/>
            <a:ext cx="1132116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Capture</a:t>
            </a:r>
          </a:p>
          <a:p>
            <a:r>
              <a:rPr lang="en-GB" sz="1050" i="1" dirty="0"/>
              <a:t>Multi-stream sensor data collected in-situ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5C6CA8-190B-6007-B0F3-F69A7A810590}"/>
              </a:ext>
            </a:extLst>
          </p:cNvPr>
          <p:cNvSpPr txBox="1"/>
          <p:nvPr/>
        </p:nvSpPr>
        <p:spPr>
          <a:xfrm>
            <a:off x="1806260" y="1000715"/>
            <a:ext cx="921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Analyse</a:t>
            </a:r>
          </a:p>
          <a:p>
            <a:r>
              <a:rPr lang="en-GB" sz="1000" i="1" dirty="0"/>
              <a:t>ML models find patterns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D966A-ADF6-E48B-1797-C1BC8F3CA8F6}"/>
              </a:ext>
            </a:extLst>
          </p:cNvPr>
          <p:cNvSpPr txBox="1"/>
          <p:nvPr/>
        </p:nvSpPr>
        <p:spPr>
          <a:xfrm>
            <a:off x="3304991" y="971072"/>
            <a:ext cx="1169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Optimize</a:t>
            </a:r>
          </a:p>
          <a:p>
            <a:r>
              <a:rPr lang="en-GB" sz="1000" i="1" dirty="0"/>
              <a:t> Algorithms run ‘What-if’ scenarios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F49218-30BF-6530-801F-C079FCB166D8}"/>
              </a:ext>
            </a:extLst>
          </p:cNvPr>
          <p:cNvCxnSpPr/>
          <p:nvPr/>
        </p:nvCxnSpPr>
        <p:spPr>
          <a:xfrm>
            <a:off x="1066026" y="827314"/>
            <a:ext cx="555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FFD3715-2A8E-B279-802E-92C1D28210F6}"/>
              </a:ext>
            </a:extLst>
          </p:cNvPr>
          <p:cNvCxnSpPr/>
          <p:nvPr/>
        </p:nvCxnSpPr>
        <p:spPr>
          <a:xfrm flipH="1">
            <a:off x="2600912" y="827314"/>
            <a:ext cx="5442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99C106B-4062-185B-C311-245DA95F48A4}"/>
              </a:ext>
            </a:extLst>
          </p:cNvPr>
          <p:cNvSpPr txBox="1"/>
          <p:nvPr/>
        </p:nvSpPr>
        <p:spPr>
          <a:xfrm>
            <a:off x="0" y="1758890"/>
            <a:ext cx="5253520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dirty="0"/>
              <a:t>Speed: </a:t>
            </a:r>
            <a:r>
              <a:rPr lang="en-GB" sz="1200" i="1" dirty="0"/>
              <a:t>rapid scenario analysis &amp; response to operational disruptions</a:t>
            </a:r>
            <a:endParaRPr lang="en-GB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dirty="0"/>
              <a:t>Agility: </a:t>
            </a:r>
            <a:r>
              <a:rPr lang="en-GB" sz="1200" i="1" dirty="0"/>
              <a:t>continuous improvement through self-learning algos</a:t>
            </a:r>
            <a:endParaRPr lang="en-GB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dirty="0"/>
              <a:t>Integration: </a:t>
            </a:r>
            <a:r>
              <a:rPr lang="en-GB" sz="1200" i="1" dirty="0"/>
              <a:t>integration between physical systems and enterprise-level strategies</a:t>
            </a:r>
            <a:r>
              <a:rPr lang="en-GB" sz="1200" b="1" dirty="0"/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49FDA6-1A92-DB2C-D84B-642389CF5A3B}"/>
              </a:ext>
            </a:extLst>
          </p:cNvPr>
          <p:cNvSpPr txBox="1"/>
          <p:nvPr/>
        </p:nvSpPr>
        <p:spPr>
          <a:xfrm>
            <a:off x="-1" y="2621950"/>
            <a:ext cx="5253521" cy="8309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200" b="1" dirty="0"/>
              <a:t>Volume : </a:t>
            </a:r>
            <a:r>
              <a:rPr lang="en-GB" sz="1200" dirty="0"/>
              <a:t>scale of data processed</a:t>
            </a:r>
            <a:endParaRPr lang="en-GB" sz="1200" b="1" dirty="0"/>
          </a:p>
          <a:p>
            <a:r>
              <a:rPr lang="en-GB" sz="1200" b="1" dirty="0"/>
              <a:t>Velocity: </a:t>
            </a:r>
            <a:r>
              <a:rPr lang="en-GB" sz="1200" dirty="0"/>
              <a:t>speed at which data is generated &amp; processed</a:t>
            </a:r>
            <a:endParaRPr lang="en-GB" sz="1200" b="1" dirty="0"/>
          </a:p>
          <a:p>
            <a:r>
              <a:rPr lang="en-GB" sz="1200" b="1" dirty="0"/>
              <a:t>Variety: </a:t>
            </a:r>
            <a:r>
              <a:rPr lang="en-GB" sz="1200" dirty="0"/>
              <a:t>diversity of data types &amp; formats</a:t>
            </a:r>
            <a:endParaRPr lang="en-GB" sz="1200" b="1" dirty="0"/>
          </a:p>
          <a:p>
            <a:r>
              <a:rPr lang="en-GB" sz="1200" b="1" dirty="0"/>
              <a:t>Veracity: </a:t>
            </a:r>
            <a:r>
              <a:rPr lang="en-GB" sz="1200" dirty="0"/>
              <a:t>reliability &amp; accuracy of data</a:t>
            </a:r>
            <a:endParaRPr lang="en-GB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BA4F58-9339-1A96-F0F5-F9E55621C316}"/>
              </a:ext>
            </a:extLst>
          </p:cNvPr>
          <p:cNvSpPr txBox="1"/>
          <p:nvPr/>
        </p:nvSpPr>
        <p:spPr>
          <a:xfrm>
            <a:off x="5552300" y="5205037"/>
            <a:ext cx="6508239" cy="16312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b="1" dirty="0"/>
              <a:t>DOMAINS IN BIG DATA</a:t>
            </a:r>
          </a:p>
          <a:p>
            <a:pPr marL="285750" indent="-285750">
              <a:buFontTx/>
              <a:buChar char="-"/>
            </a:pPr>
            <a:r>
              <a:rPr lang="en-GB" sz="1200" b="1" dirty="0"/>
              <a:t>Adaptive diagnostics &amp; prognosis: </a:t>
            </a:r>
            <a:r>
              <a:rPr lang="en-GB" sz="1200" dirty="0"/>
              <a:t>Uses real‑time and historical data to detect issues early and predict future failures.</a:t>
            </a:r>
          </a:p>
          <a:p>
            <a:pPr marL="285750" indent="-285750">
              <a:buFontTx/>
              <a:buChar char="-"/>
            </a:pPr>
            <a:r>
              <a:rPr lang="en-GB" sz="1200" b="1" dirty="0"/>
              <a:t>Predictive analytics: </a:t>
            </a:r>
            <a:r>
              <a:rPr lang="en-GB" sz="1200" dirty="0"/>
              <a:t>Analyses large datasets to forecast trends, behaviours, and outcomes.</a:t>
            </a:r>
            <a:endParaRPr lang="en-GB" sz="1200" b="1" dirty="0"/>
          </a:p>
          <a:p>
            <a:pPr marL="285750" indent="-285750">
              <a:buFontTx/>
              <a:buChar char="-"/>
            </a:pPr>
            <a:r>
              <a:rPr lang="en-GB" sz="1200" b="1" dirty="0"/>
              <a:t>Process control &amp; monitoring</a:t>
            </a:r>
            <a:r>
              <a:rPr lang="en-GB" sz="1200" dirty="0"/>
              <a:t>: tracks operations continuously  to maintain efficiency, quality and stability</a:t>
            </a:r>
          </a:p>
          <a:p>
            <a:pPr marL="285750" indent="-285750">
              <a:buFontTx/>
              <a:buChar char="-"/>
            </a:pPr>
            <a:r>
              <a:rPr lang="en-GB" sz="1200" b="1" dirty="0"/>
              <a:t>Maintenance &amp; services logistics: </a:t>
            </a:r>
            <a:r>
              <a:rPr lang="en-GB" sz="1200" dirty="0"/>
              <a:t>Optimizes when &amp; how maintenance happens to reduce downtime and improve resource planning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DE59F9-3329-7F31-EA04-4F44E6903FEC}"/>
              </a:ext>
            </a:extLst>
          </p:cNvPr>
          <p:cNvSpPr txBox="1"/>
          <p:nvPr/>
        </p:nvSpPr>
        <p:spPr>
          <a:xfrm>
            <a:off x="5253520" y="-22554"/>
            <a:ext cx="69384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COGNITIVE AGENTS</a:t>
            </a:r>
          </a:p>
          <a:p>
            <a:r>
              <a:rPr lang="en-GB" sz="1200" i="1" dirty="0"/>
              <a:t>Mimic human reasoning by perceived information, interpreting it  and making autonomous decisions based on defined goals </a:t>
            </a:r>
          </a:p>
        </p:txBody>
      </p:sp>
      <p:graphicFrame>
        <p:nvGraphicFramePr>
          <p:cNvPr id="36" name="Diagram 35">
            <a:extLst>
              <a:ext uri="{FF2B5EF4-FFF2-40B4-BE49-F238E27FC236}">
                <a16:creationId xmlns:a16="http://schemas.microsoft.com/office/drawing/2014/main" id="{2A1F254C-B4CB-F9A4-B60C-0B8465AE45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1538377"/>
              </p:ext>
            </p:extLst>
          </p:nvPr>
        </p:nvGraphicFramePr>
        <p:xfrm>
          <a:off x="5212715" y="807483"/>
          <a:ext cx="2772364" cy="2120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B5538372-DBA7-6580-A4E9-E770BB228F76}"/>
              </a:ext>
            </a:extLst>
          </p:cNvPr>
          <p:cNvSpPr txBox="1"/>
          <p:nvPr/>
        </p:nvSpPr>
        <p:spPr>
          <a:xfrm>
            <a:off x="65225" y="5857285"/>
            <a:ext cx="2369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BIOMEDICAL RESEARCH: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Image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Signal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Genomics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2DA4A0-D506-577E-6925-F980249C2582}"/>
              </a:ext>
            </a:extLst>
          </p:cNvPr>
          <p:cNvSpPr txBox="1"/>
          <p:nvPr/>
        </p:nvSpPr>
        <p:spPr>
          <a:xfrm>
            <a:off x="8477824" y="3103651"/>
            <a:ext cx="358271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DISEASE-CENTERED TO PATIENT-CENTERED CARE</a:t>
            </a:r>
          </a:p>
          <a:p>
            <a:r>
              <a:rPr lang="en-GB" sz="1200" dirty="0"/>
              <a:t>Patient-</a:t>
            </a:r>
            <a:r>
              <a:rPr lang="en-GB" sz="1200" dirty="0" err="1"/>
              <a:t>centered</a:t>
            </a:r>
            <a:r>
              <a:rPr lang="en-GB" sz="1200" dirty="0"/>
              <a:t> - decisions are guided by data and individual needs</a:t>
            </a:r>
          </a:p>
          <a:p>
            <a:r>
              <a:rPr lang="en-GB" sz="1200" dirty="0"/>
              <a:t>Disease-</a:t>
            </a:r>
            <a:r>
              <a:rPr lang="en-GB" sz="1200" dirty="0" err="1"/>
              <a:t>centered</a:t>
            </a:r>
            <a:r>
              <a:rPr lang="en-GB" sz="1200" dirty="0"/>
              <a:t> - heavy reliance on medical evidence, clinical expertise &amp; diagnostic tests</a:t>
            </a:r>
          </a:p>
          <a:p>
            <a:endParaRPr lang="en-GB" sz="1200" dirty="0"/>
          </a:p>
          <a:p>
            <a:r>
              <a:rPr lang="en-GB" sz="1200" i="1" dirty="0"/>
              <a:t>Predictive models can now predict the early signs of diabetes or heart disease by combining genetic data with patient lifestyle information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3564ED5-E9DE-0755-FF90-9A1E948286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6580298"/>
              </p:ext>
            </p:extLst>
          </p:nvPr>
        </p:nvGraphicFramePr>
        <p:xfrm>
          <a:off x="84974" y="3017887"/>
          <a:ext cx="4767969" cy="29195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033518-3678-B7D9-BFDF-412A95C57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965441"/>
              </p:ext>
            </p:extLst>
          </p:nvPr>
        </p:nvGraphicFramePr>
        <p:xfrm>
          <a:off x="8363915" y="640716"/>
          <a:ext cx="3696624" cy="21767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79847">
                  <a:extLst>
                    <a:ext uri="{9D8B030D-6E8A-4147-A177-3AD203B41FA5}">
                      <a16:colId xmlns:a16="http://schemas.microsoft.com/office/drawing/2014/main" val="2254450347"/>
                    </a:ext>
                  </a:extLst>
                </a:gridCol>
                <a:gridCol w="2316777">
                  <a:extLst>
                    <a:ext uri="{9D8B030D-6E8A-4147-A177-3AD203B41FA5}">
                      <a16:colId xmlns:a16="http://schemas.microsoft.com/office/drawing/2014/main" val="30356435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/>
                        <a:t>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534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NoSQL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/>
                        <a:t>Unstructured &amp; semi-structured</a:t>
                      </a:r>
                    </a:p>
                    <a:p>
                      <a:r>
                        <a:rPr lang="en-GB" sz="1050" dirty="0"/>
                        <a:t>Netflix user data</a:t>
                      </a:r>
                      <a:endParaRPr lang="en-GB" sz="105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300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MongoDB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/>
                        <a:t>Stores data in JSON-like structures</a:t>
                      </a:r>
                    </a:p>
                    <a:p>
                      <a:r>
                        <a:rPr lang="en-GB" sz="1050" dirty="0"/>
                        <a:t>Social media, IoT, multimedia data</a:t>
                      </a:r>
                      <a:endParaRPr lang="en-GB" sz="105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981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Hadoop Clusters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/>
                        <a:t>Distributed storage &amp;  processing</a:t>
                      </a:r>
                    </a:p>
                    <a:p>
                      <a:r>
                        <a:rPr lang="en-GB" sz="1050" dirty="0"/>
                        <a:t>Banking &amp; telecom for large scale trend detection</a:t>
                      </a:r>
                      <a:endParaRPr lang="en-GB" sz="105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569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050" dirty="0"/>
                        <a:t>Autonomous data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/>
                        <a:t>AI managed systems that self-optimize for storage,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289653"/>
                  </a:ext>
                </a:extLst>
              </a:tr>
            </a:tbl>
          </a:graphicData>
        </a:graphic>
      </p:graphicFrame>
      <p:grpSp>
        <p:nvGrpSpPr>
          <p:cNvPr id="13" name="Group 12">
            <a:extLst>
              <a:ext uri="{FF2B5EF4-FFF2-40B4-BE49-F238E27FC236}">
                <a16:creationId xmlns:a16="http://schemas.microsoft.com/office/drawing/2014/main" id="{DA51F529-37D4-825E-B1F8-0779112F57D5}"/>
              </a:ext>
            </a:extLst>
          </p:cNvPr>
          <p:cNvGrpSpPr/>
          <p:nvPr/>
        </p:nvGrpSpPr>
        <p:grpSpPr>
          <a:xfrm>
            <a:off x="5598343" y="3037383"/>
            <a:ext cx="2772364" cy="2167654"/>
            <a:chOff x="5635713" y="3037383"/>
            <a:chExt cx="2772364" cy="2167654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3EE30840-080F-8FBF-355B-774F84D831F0}"/>
                </a:ext>
              </a:extLst>
            </p:cNvPr>
            <p:cNvSpPr/>
            <p:nvPr/>
          </p:nvSpPr>
          <p:spPr>
            <a:xfrm>
              <a:off x="5635713" y="3382813"/>
              <a:ext cx="2772364" cy="41110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26EB9174-C92D-6A62-37F4-2D03733C3858}"/>
                </a:ext>
              </a:extLst>
            </p:cNvPr>
            <p:cNvSpPr/>
            <p:nvPr/>
          </p:nvSpPr>
          <p:spPr>
            <a:xfrm>
              <a:off x="5635713" y="3842759"/>
              <a:ext cx="2772364" cy="41110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51E5171C-BBBF-886D-4A98-6BACEC7E39A6}"/>
                </a:ext>
              </a:extLst>
            </p:cNvPr>
            <p:cNvSpPr/>
            <p:nvPr/>
          </p:nvSpPr>
          <p:spPr>
            <a:xfrm>
              <a:off x="5635713" y="4302705"/>
              <a:ext cx="2772364" cy="41110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7A6401EE-BE40-EDCF-E02A-A3DAEF382676}"/>
                </a:ext>
              </a:extLst>
            </p:cNvPr>
            <p:cNvSpPr/>
            <p:nvPr/>
          </p:nvSpPr>
          <p:spPr>
            <a:xfrm>
              <a:off x="5635713" y="4762650"/>
              <a:ext cx="2772364" cy="411109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42" name="Graphic 41" descr="Database with solid fill">
              <a:extLst>
                <a:ext uri="{FF2B5EF4-FFF2-40B4-BE49-F238E27FC236}">
                  <a16:creationId xmlns:a16="http://schemas.microsoft.com/office/drawing/2014/main" id="{89C13A92-B60B-E704-1507-88F1BDA4D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704785" y="3429039"/>
              <a:ext cx="255824" cy="318656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C013A23-2F2E-0EE7-D007-AD165FB54275}"/>
                </a:ext>
              </a:extLst>
            </p:cNvPr>
            <p:cNvSpPr txBox="1"/>
            <p:nvPr/>
          </p:nvSpPr>
          <p:spPr>
            <a:xfrm>
              <a:off x="6028301" y="3458119"/>
              <a:ext cx="2298275" cy="252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Autonomous databases </a:t>
              </a:r>
            </a:p>
          </p:txBody>
        </p:sp>
        <p:pic>
          <p:nvPicPr>
            <p:cNvPr id="40" name="Graphic 39" descr="Upload with solid fill">
              <a:extLst>
                <a:ext uri="{FF2B5EF4-FFF2-40B4-BE49-F238E27FC236}">
                  <a16:creationId xmlns:a16="http://schemas.microsoft.com/office/drawing/2014/main" id="{F86A4447-6F45-CBF1-D9AE-7FF1E68DC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5704785" y="3878332"/>
              <a:ext cx="255824" cy="318656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6E984F7-543B-8152-C37B-3743BB5D7DE3}"/>
                </a:ext>
              </a:extLst>
            </p:cNvPr>
            <p:cNvSpPr txBox="1"/>
            <p:nvPr/>
          </p:nvSpPr>
          <p:spPr>
            <a:xfrm>
              <a:off x="6035609" y="3953183"/>
              <a:ext cx="2247481" cy="245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Autonomous data warehouses</a:t>
              </a:r>
            </a:p>
          </p:txBody>
        </p:sp>
        <p:pic>
          <p:nvPicPr>
            <p:cNvPr id="38" name="Graphic 37" descr="Internet with solid fill">
              <a:extLst>
                <a:ext uri="{FF2B5EF4-FFF2-40B4-BE49-F238E27FC236}">
                  <a16:creationId xmlns:a16="http://schemas.microsoft.com/office/drawing/2014/main" id="{D57C36B0-ADDC-BB30-A792-973623B98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5712096" y="4358078"/>
              <a:ext cx="255824" cy="318656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FE5C83B-FDC9-194B-567E-F20212397A5B}"/>
                </a:ext>
              </a:extLst>
            </p:cNvPr>
            <p:cNvSpPr txBox="1"/>
            <p:nvPr/>
          </p:nvSpPr>
          <p:spPr>
            <a:xfrm>
              <a:off x="6044303" y="4397730"/>
              <a:ext cx="2282698" cy="245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Content management systems</a:t>
              </a:r>
            </a:p>
          </p:txBody>
        </p:sp>
        <p:pic>
          <p:nvPicPr>
            <p:cNvPr id="45" name="Graphic 44" descr="Server with solid fill">
              <a:extLst>
                <a:ext uri="{FF2B5EF4-FFF2-40B4-BE49-F238E27FC236}">
                  <a16:creationId xmlns:a16="http://schemas.microsoft.com/office/drawing/2014/main" id="{DD3FF253-9042-0526-A9D9-44F4C8831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26049" y="4796391"/>
              <a:ext cx="255824" cy="318656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63AEAA2-6AC0-0773-4325-59023D7619BA}"/>
                </a:ext>
              </a:extLst>
            </p:cNvPr>
            <p:cNvSpPr txBox="1"/>
            <p:nvPr/>
          </p:nvSpPr>
          <p:spPr>
            <a:xfrm>
              <a:off x="6070829" y="4796391"/>
              <a:ext cx="2255747" cy="4086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GB" sz="1200" dirty="0"/>
            </a:p>
            <a:p>
              <a:endParaRPr lang="en-GB" sz="120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B0C6E54-6A18-8ACA-C95C-9B384E7DCE99}"/>
                </a:ext>
              </a:extLst>
            </p:cNvPr>
            <p:cNvSpPr txBox="1"/>
            <p:nvPr/>
          </p:nvSpPr>
          <p:spPr>
            <a:xfrm>
              <a:off x="5981873" y="4831922"/>
              <a:ext cx="238073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dirty="0"/>
                <a:t>Complex computational clusters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94B590-5C29-D7EE-4312-7D9EA49F25D3}"/>
                </a:ext>
              </a:extLst>
            </p:cNvPr>
            <p:cNvSpPr txBox="1"/>
            <p:nvPr/>
          </p:nvSpPr>
          <p:spPr>
            <a:xfrm>
              <a:off x="5832697" y="3037383"/>
              <a:ext cx="21523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Cognitive agents rely on: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7608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F9B25A-25E8-C09A-4418-0954EBCB266E}"/>
              </a:ext>
            </a:extLst>
          </p:cNvPr>
          <p:cNvSpPr txBox="1"/>
          <p:nvPr/>
        </p:nvSpPr>
        <p:spPr>
          <a:xfrm>
            <a:off x="0" y="0"/>
            <a:ext cx="4430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DATA ANALYTICS TRANSFORMATION</a:t>
            </a:r>
          </a:p>
          <a:p>
            <a:r>
              <a:rPr lang="en-GB" i="1" dirty="0"/>
              <a:t>Raw data to Intelligent action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16635A2-49E7-D20F-B29C-BB18A07E66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5182004"/>
              </p:ext>
            </p:extLst>
          </p:nvPr>
        </p:nvGraphicFramePr>
        <p:xfrm>
          <a:off x="0" y="628632"/>
          <a:ext cx="3439886" cy="1809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0F230211-29C9-9AC8-50EB-B1D42BA56467}"/>
              </a:ext>
            </a:extLst>
          </p:cNvPr>
          <p:cNvGrpSpPr/>
          <p:nvPr/>
        </p:nvGrpSpPr>
        <p:grpSpPr>
          <a:xfrm>
            <a:off x="7942942" y="3000544"/>
            <a:ext cx="4249058" cy="4278717"/>
            <a:chOff x="-87087" y="3013501"/>
            <a:chExt cx="4249058" cy="4278717"/>
          </a:xfrm>
        </p:grpSpPr>
        <p:graphicFrame>
          <p:nvGraphicFramePr>
            <p:cNvPr id="6" name="Diagram 5">
              <a:extLst>
                <a:ext uri="{FF2B5EF4-FFF2-40B4-BE49-F238E27FC236}">
                  <a16:creationId xmlns:a16="http://schemas.microsoft.com/office/drawing/2014/main" id="{9EC5E458-1566-CFDA-4886-CADD625B9EC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89037382"/>
                </p:ext>
              </p:extLst>
            </p:nvPr>
          </p:nvGraphicFramePr>
          <p:xfrm>
            <a:off x="0" y="3570514"/>
            <a:ext cx="4161971" cy="372170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2E9A20-0740-158E-E4F3-92B0B9E7BBEF}"/>
                </a:ext>
              </a:extLst>
            </p:cNvPr>
            <p:cNvSpPr txBox="1"/>
            <p:nvPr/>
          </p:nvSpPr>
          <p:spPr>
            <a:xfrm>
              <a:off x="-87087" y="3013501"/>
              <a:ext cx="4249058" cy="7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300" b="1" dirty="0"/>
                <a:t>DIGITAL TRANSFORMATION READINESS FRAMEWORK</a:t>
              </a:r>
            </a:p>
            <a:p>
              <a:r>
                <a:rPr lang="en-GB" sz="1000" i="1" dirty="0"/>
                <a:t>Leadership creates direction, strategy defines focus, culture enables adoption, fact-based decisions drive value; technology accelerates scale and process integration sustains change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FC5CE6B-6C2E-E112-11B3-9C5FB77C94B3}"/>
              </a:ext>
            </a:extLst>
          </p:cNvPr>
          <p:cNvSpPr txBox="1"/>
          <p:nvPr/>
        </p:nvSpPr>
        <p:spPr>
          <a:xfrm>
            <a:off x="-53071" y="2438399"/>
            <a:ext cx="415652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ROBOTIC PROCESS AUTOMATION</a:t>
            </a:r>
          </a:p>
          <a:p>
            <a:pPr marL="171450" indent="-171450" algn="just">
              <a:buFontTx/>
              <a:buChar char="-"/>
            </a:pPr>
            <a:r>
              <a:rPr lang="en-GB" sz="1200" dirty="0"/>
              <a:t>Software technology that uses bots to perform repetitive, structured tasks </a:t>
            </a:r>
            <a:r>
              <a:rPr lang="en-GB" sz="1200" dirty="0" err="1"/>
              <a:t>ie</a:t>
            </a:r>
            <a:r>
              <a:rPr lang="en-GB" sz="1200" dirty="0"/>
              <a:t>: data entry, report generation</a:t>
            </a:r>
          </a:p>
          <a:p>
            <a:pPr marL="171450" indent="-171450" algn="just">
              <a:buFontTx/>
              <a:buChar char="-"/>
            </a:pPr>
            <a:r>
              <a:rPr lang="en-GB" sz="1200" dirty="0"/>
              <a:t>They follow pre-defined rules and operate on same user interface humans use.</a:t>
            </a:r>
          </a:p>
          <a:p>
            <a:pPr marL="171450" indent="-171450" algn="just">
              <a:buFontTx/>
              <a:buChar char="-"/>
            </a:pPr>
            <a:r>
              <a:rPr lang="en-GB" sz="1200" dirty="0"/>
              <a:t>Cognitive Automation : extend capabilities of RPA  by incorporating elements of AI such as interpret natural language (emails), learn from past patterns to improve accuracy, provide contextual insights or recommendation</a:t>
            </a:r>
            <a:endParaRPr lang="en-GB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79A5DB-8FC3-FC65-1F73-F0866184E36B}"/>
              </a:ext>
            </a:extLst>
          </p:cNvPr>
          <p:cNvSpPr txBox="1"/>
          <p:nvPr/>
        </p:nvSpPr>
        <p:spPr>
          <a:xfrm>
            <a:off x="0" y="4382709"/>
            <a:ext cx="415652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SMART PROCESS AUTOMATION</a:t>
            </a:r>
          </a:p>
          <a:p>
            <a:pPr marL="171450" indent="-171450">
              <a:buFontTx/>
              <a:buChar char="-"/>
            </a:pPr>
            <a:r>
              <a:rPr lang="en-GB" sz="1200" dirty="0"/>
              <a:t>Combines RPA with intelligence and learning</a:t>
            </a:r>
          </a:p>
          <a:p>
            <a:pPr marL="171450" indent="-171450">
              <a:buFontTx/>
              <a:buChar char="-"/>
            </a:pPr>
            <a:r>
              <a:rPr lang="en-GB" sz="1200" dirty="0"/>
              <a:t>Integrates human tasks with ML and AI to manage end-to-end processes.</a:t>
            </a:r>
          </a:p>
          <a:p>
            <a:pPr marL="171450" indent="-171450">
              <a:buFontTx/>
              <a:buChar char="-"/>
            </a:pPr>
            <a:r>
              <a:rPr lang="en-GB" sz="1200" dirty="0"/>
              <a:t>It monitors progress, identifies bottlenecks and adapts to new data patterns in real time</a:t>
            </a:r>
          </a:p>
          <a:p>
            <a:pPr marL="171450" indent="-171450">
              <a:buFontTx/>
              <a:buChar char="-"/>
            </a:pPr>
            <a:r>
              <a:rPr lang="en-GB" sz="1200" dirty="0"/>
              <a:t>SPA empowers organizations to build adaptive, data-driven workflows that connect people, bots, and systems.</a:t>
            </a:r>
          </a:p>
          <a:p>
            <a:pPr marL="171450" indent="-171450">
              <a:buFontTx/>
              <a:buChar char="-"/>
            </a:pPr>
            <a:endParaRPr lang="en-GB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E6F37E-54C2-4C8B-837B-52584C6A1B64}"/>
              </a:ext>
            </a:extLst>
          </p:cNvPr>
          <p:cNvSpPr txBox="1"/>
          <p:nvPr/>
        </p:nvSpPr>
        <p:spPr>
          <a:xfrm>
            <a:off x="4430486" y="4889566"/>
            <a:ext cx="37446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 CASES</a:t>
            </a:r>
          </a:p>
          <a:p>
            <a:r>
              <a:rPr lang="en-GB" sz="1200" b="1" dirty="0"/>
              <a:t>Cognitive RPA : </a:t>
            </a:r>
            <a:r>
              <a:rPr lang="en-GB" sz="1200" dirty="0"/>
              <a:t>customer service bots analyses sentiments in emails &amp; route negative feedback to representative for faster feedback</a:t>
            </a:r>
          </a:p>
          <a:p>
            <a:endParaRPr lang="en-GB" sz="1200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2AB0CDBE-C6B0-E373-D7E4-EFCB21534A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3899638"/>
              </p:ext>
            </p:extLst>
          </p:nvPr>
        </p:nvGraphicFramePr>
        <p:xfrm>
          <a:off x="3743771" y="1986662"/>
          <a:ext cx="4479473" cy="29029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05AD9DC8-7B83-E04E-C805-56A813ADEADE}"/>
              </a:ext>
            </a:extLst>
          </p:cNvPr>
          <p:cNvSpPr txBox="1"/>
          <p:nvPr/>
        </p:nvSpPr>
        <p:spPr>
          <a:xfrm>
            <a:off x="3892549" y="140003"/>
            <a:ext cx="467541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AUTOMATION TRANSFORMATION</a:t>
            </a:r>
          </a:p>
          <a:p>
            <a:pPr marL="171450" indent="-171450">
              <a:buFontTx/>
              <a:buChar char="-"/>
            </a:pPr>
            <a:r>
              <a:rPr lang="en-GB" sz="1200" dirty="0"/>
              <a:t>Embedding intelligent automation across the entire organization, allowing tasks to be executed automatically without constant human input.</a:t>
            </a:r>
          </a:p>
          <a:p>
            <a:r>
              <a:rPr lang="en-GB" sz="1200" dirty="0"/>
              <a:t>It supports: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Continuous improvement through analytics feedback loops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Faster response time eliminating manual bottlenecks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Smarter resource allocation as employees focus on analysis and innovation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D8B551D5-3452-1B87-27ED-4D002DFAB3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5036977"/>
              </p:ext>
            </p:extLst>
          </p:nvPr>
        </p:nvGraphicFramePr>
        <p:xfrm>
          <a:off x="8030030" y="-544709"/>
          <a:ext cx="3958772" cy="4156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</p:spTree>
    <p:extLst>
      <p:ext uri="{BB962C8B-B14F-4D97-AF65-F5344CB8AC3E}">
        <p14:creationId xmlns:p14="http://schemas.microsoft.com/office/powerpoint/2010/main" val="642080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A0EEDC5-6CB8-BE55-4C58-66D2089AE0EB}"/>
              </a:ext>
            </a:extLst>
          </p:cNvPr>
          <p:cNvGrpSpPr/>
          <p:nvPr/>
        </p:nvGrpSpPr>
        <p:grpSpPr>
          <a:xfrm>
            <a:off x="37020" y="3192674"/>
            <a:ext cx="6138369" cy="3842657"/>
            <a:chOff x="171073" y="261257"/>
            <a:chExt cx="12006082" cy="7229386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4DDBFBC-C2C7-39D7-A908-24CC4A5CA2E3}"/>
                </a:ext>
              </a:extLst>
            </p:cNvPr>
            <p:cNvSpPr/>
            <p:nvPr/>
          </p:nvSpPr>
          <p:spPr>
            <a:xfrm>
              <a:off x="8177454" y="4794961"/>
              <a:ext cx="3999701" cy="1725670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DB902DC-E1DF-853A-E2C2-DB1D8BBD2E58}"/>
                </a:ext>
              </a:extLst>
            </p:cNvPr>
            <p:cNvSpPr txBox="1"/>
            <p:nvPr/>
          </p:nvSpPr>
          <p:spPr>
            <a:xfrm>
              <a:off x="315687" y="261257"/>
              <a:ext cx="3494314" cy="828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CENTRALIZED DATA  MODEL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95AB9C0-8EB7-30EB-6FE6-20EEF19DE27F}"/>
                </a:ext>
              </a:extLst>
            </p:cNvPr>
            <p:cNvGrpSpPr/>
            <p:nvPr/>
          </p:nvGrpSpPr>
          <p:grpSpPr>
            <a:xfrm>
              <a:off x="726985" y="1489640"/>
              <a:ext cx="1363073" cy="2420882"/>
              <a:chOff x="1423670" y="1704902"/>
              <a:chExt cx="1715135" cy="2812451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D04D24CF-245A-4EF1-43A9-BC9F2952BBFA}"/>
                  </a:ext>
                </a:extLst>
              </p:cNvPr>
              <p:cNvSpPr/>
              <p:nvPr/>
            </p:nvSpPr>
            <p:spPr>
              <a:xfrm>
                <a:off x="1423670" y="1704902"/>
                <a:ext cx="1715135" cy="243166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800" dirty="0">
                  <a:latin typeface="Abadi" panose="020B0604020104020204" pitchFamily="34" charset="0"/>
                </a:endParaRPr>
              </a:p>
            </p:txBody>
          </p:sp>
          <p:pic>
            <p:nvPicPr>
              <p:cNvPr id="6" name="Graphic 5" descr="Server with solid fill">
                <a:extLst>
                  <a:ext uri="{FF2B5EF4-FFF2-40B4-BE49-F238E27FC236}">
                    <a16:creationId xmlns:a16="http://schemas.microsoft.com/office/drawing/2014/main" id="{55EFD1E2-25B1-4DA5-E384-1717066DC1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66881" y="2674736"/>
                <a:ext cx="744413" cy="744413"/>
              </a:xfrm>
              <a:prstGeom prst="rect">
                <a:avLst/>
              </a:prstGeom>
            </p:spPr>
          </p:pic>
          <p:pic>
            <p:nvPicPr>
              <p:cNvPr id="7" name="Graphic 6" descr="Computer with solid fill">
                <a:extLst>
                  <a:ext uri="{FF2B5EF4-FFF2-40B4-BE49-F238E27FC236}">
                    <a16:creationId xmlns:a16="http://schemas.microsoft.com/office/drawing/2014/main" id="{54953A75-CA60-359B-A0A5-DB3D280A1F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866881" y="1794496"/>
                <a:ext cx="744413" cy="744413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487687-835C-05FB-41A3-FA731B695183}"/>
                  </a:ext>
                </a:extLst>
              </p:cNvPr>
              <p:cNvSpPr txBox="1"/>
              <p:nvPr/>
            </p:nvSpPr>
            <p:spPr>
              <a:xfrm>
                <a:off x="1423670" y="3554976"/>
                <a:ext cx="1715135" cy="962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800" i="1" dirty="0">
                    <a:latin typeface="Abadi" panose="020B0604020104020204" pitchFamily="34" charset="0"/>
                  </a:rPr>
                  <a:t>Data sources</a:t>
                </a:r>
              </a:p>
            </p:txBody>
          </p:sp>
        </p:grpSp>
        <p:pic>
          <p:nvPicPr>
            <p:cNvPr id="10" name="Graphic 9" descr="Database with solid fill">
              <a:extLst>
                <a:ext uri="{FF2B5EF4-FFF2-40B4-BE49-F238E27FC236}">
                  <a16:creationId xmlns:a16="http://schemas.microsoft.com/office/drawing/2014/main" id="{1D39CB69-79BE-258A-0455-B340376B8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33929" y="1200358"/>
              <a:ext cx="2838234" cy="2838234"/>
            </a:xfrm>
            <a:prstGeom prst="rect">
              <a:avLst/>
            </a:prstGeom>
          </p:spPr>
        </p:pic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014E5A1A-952F-0881-870F-DAEF25982C9B}"/>
                </a:ext>
              </a:extLst>
            </p:cNvPr>
            <p:cNvSpPr/>
            <p:nvPr/>
          </p:nvSpPr>
          <p:spPr>
            <a:xfrm>
              <a:off x="2442292" y="2327002"/>
              <a:ext cx="2232000" cy="213796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CA9F3C6-686D-B777-9513-697393A71F94}"/>
                </a:ext>
              </a:extLst>
            </p:cNvPr>
            <p:cNvSpPr txBox="1"/>
            <p:nvPr/>
          </p:nvSpPr>
          <p:spPr>
            <a:xfrm>
              <a:off x="4853160" y="630588"/>
              <a:ext cx="2838233" cy="1129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Centralized data store (</a:t>
              </a:r>
              <a:r>
                <a:rPr lang="en-GB" sz="800" i="1" dirty="0"/>
                <a:t>data warehouse or data lake</a:t>
              </a:r>
              <a:r>
                <a:rPr lang="en-GB" sz="800" dirty="0"/>
                <a:t>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DB808A-8C56-872F-66D7-A3594D368784}"/>
                </a:ext>
              </a:extLst>
            </p:cNvPr>
            <p:cNvSpPr txBox="1"/>
            <p:nvPr/>
          </p:nvSpPr>
          <p:spPr>
            <a:xfrm>
              <a:off x="4729841" y="3786392"/>
              <a:ext cx="2732315" cy="1129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/>
                <a:t>All the data from the different sources are stored in one place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90DDF92-718A-EB00-CF82-E7D2F3558120}"/>
                </a:ext>
              </a:extLst>
            </p:cNvPr>
            <p:cNvSpPr txBox="1"/>
            <p:nvPr/>
          </p:nvSpPr>
          <p:spPr>
            <a:xfrm>
              <a:off x="171073" y="3627606"/>
              <a:ext cx="2732315" cy="11296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/>
                <a:t>Data from various departments, systems and user interactions</a:t>
              </a:r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84FAD83B-0F44-98E0-6088-B0B0E421C02A}"/>
                </a:ext>
              </a:extLst>
            </p:cNvPr>
            <p:cNvSpPr/>
            <p:nvPr/>
          </p:nvSpPr>
          <p:spPr>
            <a:xfrm>
              <a:off x="7003406" y="2372976"/>
              <a:ext cx="2232000" cy="213796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/>
            </a:p>
          </p:txBody>
        </p:sp>
        <p:pic>
          <p:nvPicPr>
            <p:cNvPr id="16" name="Graphic 15" descr="Presentation with bar chart with solid fill">
              <a:extLst>
                <a:ext uri="{FF2B5EF4-FFF2-40B4-BE49-F238E27FC236}">
                  <a16:creationId xmlns:a16="http://schemas.microsoft.com/office/drawing/2014/main" id="{0227697D-0F25-562A-22C9-BB86DF619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739026" y="417903"/>
              <a:ext cx="1772283" cy="1772283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5BAB33-A61C-B497-21E5-30CCAD02B833}"/>
                </a:ext>
              </a:extLst>
            </p:cNvPr>
            <p:cNvSpPr txBox="1"/>
            <p:nvPr/>
          </p:nvSpPr>
          <p:spPr>
            <a:xfrm>
              <a:off x="9386792" y="2172290"/>
              <a:ext cx="2732315" cy="14308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/>
                <a:t>Analytics and BI reporting tools generated from a single source of truth</a:t>
              </a:r>
            </a:p>
          </p:txBody>
        </p:sp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25A44250-F9F3-0741-8525-227CAB7F8F32}"/>
                </a:ext>
              </a:extLst>
            </p:cNvPr>
            <p:cNvSpPr/>
            <p:nvPr/>
          </p:nvSpPr>
          <p:spPr>
            <a:xfrm>
              <a:off x="10625167" y="2830286"/>
              <a:ext cx="162576" cy="1569527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/>
            </a:p>
          </p:txBody>
        </p:sp>
        <p:pic>
          <p:nvPicPr>
            <p:cNvPr id="19" name="Graphic 18" descr="User network with solid fill">
              <a:extLst>
                <a:ext uri="{FF2B5EF4-FFF2-40B4-BE49-F238E27FC236}">
                  <a16:creationId xmlns:a16="http://schemas.microsoft.com/office/drawing/2014/main" id="{87071CFC-4D72-0120-014B-8F239D348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321006" y="4893135"/>
              <a:ext cx="914400" cy="914400"/>
            </a:xfrm>
            <a:prstGeom prst="rect">
              <a:avLst/>
            </a:prstGeom>
          </p:spPr>
        </p:pic>
        <p:pic>
          <p:nvPicPr>
            <p:cNvPr id="21" name="Graphic 20" descr="Group with solid fill">
              <a:extLst>
                <a:ext uri="{FF2B5EF4-FFF2-40B4-BE49-F238E27FC236}">
                  <a16:creationId xmlns:a16="http://schemas.microsoft.com/office/drawing/2014/main" id="{0ACE844A-5FB4-AF92-BD41-C92AC1EE0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687557" y="4893135"/>
              <a:ext cx="914400" cy="914400"/>
            </a:xfrm>
            <a:prstGeom prst="rect">
              <a:avLst/>
            </a:prstGeom>
          </p:spPr>
        </p:pic>
        <p:pic>
          <p:nvPicPr>
            <p:cNvPr id="23" name="Graphic 22" descr="Hierarchy with solid fill">
              <a:extLst>
                <a:ext uri="{FF2B5EF4-FFF2-40B4-BE49-F238E27FC236}">
                  <a16:creationId xmlns:a16="http://schemas.microsoft.com/office/drawing/2014/main" id="{52213D88-7C58-0533-C82B-265418885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054109" y="4819971"/>
              <a:ext cx="914400" cy="914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E8F9D16-BA9C-2DA8-0022-8F3C403108B4}"/>
                </a:ext>
              </a:extLst>
            </p:cNvPr>
            <p:cNvSpPr txBox="1"/>
            <p:nvPr/>
          </p:nvSpPr>
          <p:spPr>
            <a:xfrm>
              <a:off x="8975271" y="4399813"/>
              <a:ext cx="2732315" cy="828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/>
                <a:t>Distributed to various teams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705010A-9323-2915-8DAC-B441C52D2D2B}"/>
                </a:ext>
              </a:extLst>
            </p:cNvPr>
            <p:cNvSpPr txBox="1"/>
            <p:nvPr/>
          </p:nvSpPr>
          <p:spPr>
            <a:xfrm>
              <a:off x="8246833" y="5758557"/>
              <a:ext cx="988572" cy="17320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/>
                <a:t>Sales and marketing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6A02AB9-B340-0482-5A2A-3CCCB02AFB1E}"/>
                </a:ext>
              </a:extLst>
            </p:cNvPr>
            <p:cNvSpPr txBox="1"/>
            <p:nvPr/>
          </p:nvSpPr>
          <p:spPr>
            <a:xfrm>
              <a:off x="9683021" y="5731471"/>
              <a:ext cx="988572" cy="828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/>
                <a:t>Finance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CFD7611-BA7D-06FD-B797-3577DBFC8BCE}"/>
                </a:ext>
              </a:extLst>
            </p:cNvPr>
            <p:cNvSpPr txBox="1"/>
            <p:nvPr/>
          </p:nvSpPr>
          <p:spPr>
            <a:xfrm>
              <a:off x="10902382" y="5731468"/>
              <a:ext cx="1217852" cy="828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/>
                <a:t>Management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8096CC9-3457-B044-36D9-BD45BF2EE609}"/>
              </a:ext>
            </a:extLst>
          </p:cNvPr>
          <p:cNvGrpSpPr/>
          <p:nvPr/>
        </p:nvGrpSpPr>
        <p:grpSpPr>
          <a:xfrm>
            <a:off x="6223111" y="3003607"/>
            <a:ext cx="5987306" cy="1765970"/>
            <a:chOff x="108694" y="261257"/>
            <a:chExt cx="11831478" cy="581876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D5EFF63-51AC-3FE0-DB7F-54A8F6E51225}"/>
                </a:ext>
              </a:extLst>
            </p:cNvPr>
            <p:cNvSpPr txBox="1"/>
            <p:nvPr/>
          </p:nvSpPr>
          <p:spPr>
            <a:xfrm>
              <a:off x="315686" y="261257"/>
              <a:ext cx="3494315" cy="709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DECENTRALIZED DATA  MODEL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59CCF4B-CFD3-8081-8378-14B023792502}"/>
                </a:ext>
              </a:extLst>
            </p:cNvPr>
            <p:cNvGrpSpPr/>
            <p:nvPr/>
          </p:nvGrpSpPr>
          <p:grpSpPr>
            <a:xfrm>
              <a:off x="108694" y="1428438"/>
              <a:ext cx="1984387" cy="2727704"/>
              <a:chOff x="1423670" y="1704902"/>
              <a:chExt cx="1715135" cy="2500932"/>
            </a:xfrm>
          </p:grpSpPr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58CB6162-3492-BFA1-A738-BC0AB6F35513}"/>
                  </a:ext>
                </a:extLst>
              </p:cNvPr>
              <p:cNvSpPr/>
              <p:nvPr/>
            </p:nvSpPr>
            <p:spPr>
              <a:xfrm>
                <a:off x="1423670" y="1704902"/>
                <a:ext cx="1715135" cy="243166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800" dirty="0">
                  <a:latin typeface="Abadi" panose="020B0604020104020204" pitchFamily="34" charset="0"/>
                </a:endParaRPr>
              </a:p>
            </p:txBody>
          </p:sp>
          <p:pic>
            <p:nvPicPr>
              <p:cNvPr id="50" name="Graphic 49" descr="Server with solid fill">
                <a:extLst>
                  <a:ext uri="{FF2B5EF4-FFF2-40B4-BE49-F238E27FC236}">
                    <a16:creationId xmlns:a16="http://schemas.microsoft.com/office/drawing/2014/main" id="{D775B4A5-84FC-2879-D410-E17118B55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866881" y="2674736"/>
                <a:ext cx="744413" cy="744413"/>
              </a:xfrm>
              <a:prstGeom prst="rect">
                <a:avLst/>
              </a:prstGeom>
            </p:spPr>
          </p:pic>
          <p:pic>
            <p:nvPicPr>
              <p:cNvPr id="51" name="Graphic 50" descr="Computer with solid fill">
                <a:extLst>
                  <a:ext uri="{FF2B5EF4-FFF2-40B4-BE49-F238E27FC236}">
                    <a16:creationId xmlns:a16="http://schemas.microsoft.com/office/drawing/2014/main" id="{BA8795FC-9B77-5F1E-2B2B-69AC8D80AF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866881" y="1794496"/>
                <a:ext cx="744413" cy="744413"/>
              </a:xfrm>
              <a:prstGeom prst="rect">
                <a:avLst/>
              </a:prstGeom>
            </p:spPr>
          </p:pic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8B15222-4EC3-8F9A-9F56-A76D7F8DDF7E}"/>
                  </a:ext>
                </a:extLst>
              </p:cNvPr>
              <p:cNvSpPr txBox="1"/>
              <p:nvPr/>
            </p:nvSpPr>
            <p:spPr>
              <a:xfrm>
                <a:off x="1423670" y="3554976"/>
                <a:ext cx="1715135" cy="650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800" i="1" dirty="0">
                    <a:latin typeface="Abadi" panose="020B0604020104020204" pitchFamily="34" charset="0"/>
                  </a:rPr>
                  <a:t>Data sources</a:t>
                </a: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D9AC3DD-9C84-2156-F0B1-8563EBD197CE}"/>
                </a:ext>
              </a:extLst>
            </p:cNvPr>
            <p:cNvSpPr txBox="1"/>
            <p:nvPr/>
          </p:nvSpPr>
          <p:spPr>
            <a:xfrm>
              <a:off x="4232517" y="4463766"/>
              <a:ext cx="2732315" cy="11155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/>
                <a:t>Domain-owned data products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1548B51-7FB8-6B93-E237-AC4FDA8EDA87}"/>
                </a:ext>
              </a:extLst>
            </p:cNvPr>
            <p:cNvSpPr txBox="1"/>
            <p:nvPr/>
          </p:nvSpPr>
          <p:spPr>
            <a:xfrm>
              <a:off x="223491" y="4544554"/>
              <a:ext cx="2732315" cy="709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/>
                <a:t>Data from domain sources</a:t>
              </a:r>
            </a:p>
          </p:txBody>
        </p:sp>
        <p:sp>
          <p:nvSpPr>
            <p:cNvPr id="31" name="Arrow: Right 30">
              <a:extLst>
                <a:ext uri="{FF2B5EF4-FFF2-40B4-BE49-F238E27FC236}">
                  <a16:creationId xmlns:a16="http://schemas.microsoft.com/office/drawing/2014/main" id="{199D3CD3-C818-E97C-68A1-E20673D4DB9A}"/>
                </a:ext>
              </a:extLst>
            </p:cNvPr>
            <p:cNvSpPr/>
            <p:nvPr/>
          </p:nvSpPr>
          <p:spPr>
            <a:xfrm>
              <a:off x="7903405" y="2469386"/>
              <a:ext cx="1332000" cy="213796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/>
            </a:p>
          </p:txBody>
        </p:sp>
        <p:pic>
          <p:nvPicPr>
            <p:cNvPr id="32" name="Graphic 31" descr="Presentation with bar chart with solid fill">
              <a:extLst>
                <a:ext uri="{FF2B5EF4-FFF2-40B4-BE49-F238E27FC236}">
                  <a16:creationId xmlns:a16="http://schemas.microsoft.com/office/drawing/2014/main" id="{F802094E-7C0E-2594-5D70-338028163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560091" y="1587548"/>
              <a:ext cx="1772283" cy="1772283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7AA3BC3-D750-8739-C5DA-0BC1F13C4F25}"/>
                </a:ext>
              </a:extLst>
            </p:cNvPr>
            <p:cNvSpPr txBox="1"/>
            <p:nvPr/>
          </p:nvSpPr>
          <p:spPr>
            <a:xfrm>
              <a:off x="9829801" y="3341935"/>
              <a:ext cx="2110371" cy="2738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/>
                <a:t>Analytics and BI reporting tools generated for each domain</a:t>
              </a:r>
            </a:p>
            <a:p>
              <a:r>
                <a:rPr lang="en-GB" sz="800" i="1" dirty="0"/>
                <a:t>Enable self-serve analytics for teams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057677E-B5A1-5CF7-DF2F-E4260509AE90}"/>
                </a:ext>
              </a:extLst>
            </p:cNvPr>
            <p:cNvGrpSpPr/>
            <p:nvPr/>
          </p:nvGrpSpPr>
          <p:grpSpPr>
            <a:xfrm>
              <a:off x="3234475" y="1098780"/>
              <a:ext cx="4307235" cy="3130891"/>
              <a:chOff x="3817418" y="1179293"/>
              <a:chExt cx="4307235" cy="3130891"/>
            </a:xfrm>
          </p:grpSpPr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FB150383-F192-6578-3DA0-41B4FD34CC69}"/>
                  </a:ext>
                </a:extLst>
              </p:cNvPr>
              <p:cNvSpPr/>
              <p:nvPr/>
            </p:nvSpPr>
            <p:spPr>
              <a:xfrm>
                <a:off x="3844334" y="2307476"/>
                <a:ext cx="4280319" cy="935015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sz="800" dirty="0"/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1CC892E7-6B75-6743-38D4-BEEE5CF494F6}"/>
                  </a:ext>
                </a:extLst>
              </p:cNvPr>
              <p:cNvSpPr/>
              <p:nvPr/>
            </p:nvSpPr>
            <p:spPr>
              <a:xfrm>
                <a:off x="3844334" y="3375169"/>
                <a:ext cx="4280319" cy="935015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sz="800" dirty="0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06BEF34F-9D1B-9466-AF96-F8BE91050E61}"/>
                  </a:ext>
                </a:extLst>
              </p:cNvPr>
              <p:cNvSpPr/>
              <p:nvPr/>
            </p:nvSpPr>
            <p:spPr>
              <a:xfrm>
                <a:off x="3844334" y="1239783"/>
                <a:ext cx="4280319" cy="935015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sz="800" dirty="0"/>
              </a:p>
            </p:txBody>
          </p:sp>
          <p:pic>
            <p:nvPicPr>
              <p:cNvPr id="43" name="Graphic 42" descr="Database with solid fill">
                <a:extLst>
                  <a:ext uri="{FF2B5EF4-FFF2-40B4-BE49-F238E27FC236}">
                    <a16:creationId xmlns:a16="http://schemas.microsoft.com/office/drawing/2014/main" id="{93FAE333-4518-6346-66FE-699F2D850B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821921" y="1179293"/>
                <a:ext cx="998042" cy="998042"/>
              </a:xfrm>
              <a:prstGeom prst="rect">
                <a:avLst/>
              </a:prstGeom>
            </p:spPr>
          </p:pic>
          <p:pic>
            <p:nvPicPr>
              <p:cNvPr id="44" name="Graphic 43" descr="Database with solid fill">
                <a:extLst>
                  <a:ext uri="{FF2B5EF4-FFF2-40B4-BE49-F238E27FC236}">
                    <a16:creationId xmlns:a16="http://schemas.microsoft.com/office/drawing/2014/main" id="{317F253D-ED65-1977-D625-4A22DADEEA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817418" y="2237099"/>
                <a:ext cx="998042" cy="998042"/>
              </a:xfrm>
              <a:prstGeom prst="rect">
                <a:avLst/>
              </a:prstGeom>
            </p:spPr>
          </p:pic>
          <p:pic>
            <p:nvPicPr>
              <p:cNvPr id="45" name="Graphic 44" descr="Database with solid fill">
                <a:extLst>
                  <a:ext uri="{FF2B5EF4-FFF2-40B4-BE49-F238E27FC236}">
                    <a16:creationId xmlns:a16="http://schemas.microsoft.com/office/drawing/2014/main" id="{65C6E36E-28E6-4C34-AB65-2F6F0F37B5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817418" y="3294907"/>
                <a:ext cx="998042" cy="998042"/>
              </a:xfrm>
              <a:prstGeom prst="rect">
                <a:avLst/>
              </a:prstGeom>
            </p:spPr>
          </p:pic>
          <p:pic>
            <p:nvPicPr>
              <p:cNvPr id="46" name="Graphic 45" descr="Target Audience with solid fill">
                <a:extLst>
                  <a:ext uri="{FF2B5EF4-FFF2-40B4-BE49-F238E27FC236}">
                    <a16:creationId xmlns:a16="http://schemas.microsoft.com/office/drawing/2014/main" id="{8E9C53F1-595C-BE11-C98E-ADC526E544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709255" y="1305076"/>
                <a:ext cx="801626" cy="801626"/>
              </a:xfrm>
              <a:prstGeom prst="rect">
                <a:avLst/>
              </a:prstGeom>
            </p:spPr>
          </p:pic>
          <p:pic>
            <p:nvPicPr>
              <p:cNvPr id="47" name="Graphic 46" descr="Target Audience with solid fill">
                <a:extLst>
                  <a:ext uri="{FF2B5EF4-FFF2-40B4-BE49-F238E27FC236}">
                    <a16:creationId xmlns:a16="http://schemas.microsoft.com/office/drawing/2014/main" id="{DF73FDD2-5188-A684-E2EA-FFE8F51303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690730" y="2362882"/>
                <a:ext cx="801626" cy="801626"/>
              </a:xfrm>
              <a:prstGeom prst="rect">
                <a:avLst/>
              </a:prstGeom>
            </p:spPr>
          </p:pic>
          <p:pic>
            <p:nvPicPr>
              <p:cNvPr id="48" name="Graphic 47" descr="Target Audience with solid fill">
                <a:extLst>
                  <a:ext uri="{FF2B5EF4-FFF2-40B4-BE49-F238E27FC236}">
                    <a16:creationId xmlns:a16="http://schemas.microsoft.com/office/drawing/2014/main" id="{ADD95408-C148-562B-7AA2-07F9F7277F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690730" y="3420688"/>
                <a:ext cx="801626" cy="801626"/>
              </a:xfrm>
              <a:prstGeom prst="rect">
                <a:avLst/>
              </a:prstGeom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83E0604-E7D7-7658-E1D5-582319B95CA2}"/>
                </a:ext>
              </a:extLst>
            </p:cNvPr>
            <p:cNvSpPr txBox="1"/>
            <p:nvPr/>
          </p:nvSpPr>
          <p:spPr>
            <a:xfrm>
              <a:off x="5025935" y="1428439"/>
              <a:ext cx="2099321" cy="709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Sales data product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DA899EB-CFBC-EDB4-8208-5AEF2043831B}"/>
                </a:ext>
              </a:extLst>
            </p:cNvPr>
            <p:cNvSpPr txBox="1"/>
            <p:nvPr/>
          </p:nvSpPr>
          <p:spPr>
            <a:xfrm>
              <a:off x="5012331" y="2442206"/>
              <a:ext cx="2529376" cy="709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Marketing data product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7C2B2CA-433E-747F-6911-8B11E7F98B2C}"/>
                </a:ext>
              </a:extLst>
            </p:cNvPr>
            <p:cNvSpPr txBox="1"/>
            <p:nvPr/>
          </p:nvSpPr>
          <p:spPr>
            <a:xfrm>
              <a:off x="4996078" y="3528748"/>
              <a:ext cx="2545632" cy="709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/>
                <a:t>Finance data product</a:t>
              </a:r>
            </a:p>
          </p:txBody>
        </p:sp>
        <p:sp>
          <p:nvSpPr>
            <p:cNvPr id="38" name="Arrow: Right 37">
              <a:extLst>
                <a:ext uri="{FF2B5EF4-FFF2-40B4-BE49-F238E27FC236}">
                  <a16:creationId xmlns:a16="http://schemas.microsoft.com/office/drawing/2014/main" id="{810458FB-A3CF-AB70-7F92-A57D46EE0D06}"/>
                </a:ext>
              </a:extLst>
            </p:cNvPr>
            <p:cNvSpPr/>
            <p:nvPr/>
          </p:nvSpPr>
          <p:spPr>
            <a:xfrm>
              <a:off x="2309354" y="2480674"/>
              <a:ext cx="828000" cy="213796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3334C12-7235-99A9-3884-CC1362081E2C}"/>
                </a:ext>
              </a:extLst>
            </p:cNvPr>
            <p:cNvSpPr txBox="1"/>
            <p:nvPr/>
          </p:nvSpPr>
          <p:spPr>
            <a:xfrm>
              <a:off x="7954982" y="1918986"/>
              <a:ext cx="1772283" cy="15211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/>
                <a:t>Federated access via </a:t>
              </a:r>
              <a:r>
                <a:rPr lang="en-GB" sz="800" i="1" dirty="0" err="1"/>
                <a:t>catalog</a:t>
              </a:r>
              <a:r>
                <a:rPr lang="en-GB" sz="800" i="1" dirty="0"/>
                <a:t> or APIs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BBE5B0A-95CB-8F0F-6BAE-38B974D4B25E}"/>
              </a:ext>
            </a:extLst>
          </p:cNvPr>
          <p:cNvGrpSpPr/>
          <p:nvPr/>
        </p:nvGrpSpPr>
        <p:grpSpPr>
          <a:xfrm>
            <a:off x="4237593" y="115755"/>
            <a:ext cx="7190650" cy="2449386"/>
            <a:chOff x="59236" y="511528"/>
            <a:chExt cx="12008912" cy="6275201"/>
          </a:xfrm>
        </p:grpSpPr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90C8023E-BA22-32B1-898B-0DB6859C7C2A}"/>
                </a:ext>
              </a:extLst>
            </p:cNvPr>
            <p:cNvSpPr/>
            <p:nvPr/>
          </p:nvSpPr>
          <p:spPr>
            <a:xfrm>
              <a:off x="59236" y="511528"/>
              <a:ext cx="2438400" cy="496094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>
                <a:latin typeface="Abadi" panose="020B0604020104020204" pitchFamily="34" charset="0"/>
              </a:endParaRPr>
            </a:p>
          </p:txBody>
        </p:sp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B34719C2-7273-6641-CA27-082739213952}"/>
                </a:ext>
              </a:extLst>
            </p:cNvPr>
            <p:cNvSpPr/>
            <p:nvPr/>
          </p:nvSpPr>
          <p:spPr>
            <a:xfrm>
              <a:off x="3990402" y="1117940"/>
              <a:ext cx="2597613" cy="353785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>
                <a:latin typeface="Abadi" panose="020B0604020104020204" pitchFamily="34" charset="0"/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10D1B331-FB5F-5D34-21CE-38C5CD45DB29}"/>
                </a:ext>
              </a:extLst>
            </p:cNvPr>
            <p:cNvSpPr/>
            <p:nvPr/>
          </p:nvSpPr>
          <p:spPr>
            <a:xfrm>
              <a:off x="9629748" y="1090542"/>
              <a:ext cx="2438400" cy="320931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 dirty="0">
                <a:latin typeface="Abadi" panose="020B0604020104020204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A1D6395-6D34-2E5E-40B2-19156053ED65}"/>
                </a:ext>
              </a:extLst>
            </p:cNvPr>
            <p:cNvSpPr txBox="1"/>
            <p:nvPr/>
          </p:nvSpPr>
          <p:spPr>
            <a:xfrm>
              <a:off x="365594" y="606023"/>
              <a:ext cx="1915886" cy="5519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>
                  <a:latin typeface="Abadi" panose="020B0604020104020204" pitchFamily="34" charset="0"/>
                </a:rPr>
                <a:t>DATA SOURCES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2D237DD-C412-14AE-BD17-84EFDB69CE8D}"/>
                </a:ext>
              </a:extLst>
            </p:cNvPr>
            <p:cNvSpPr txBox="1"/>
            <p:nvPr/>
          </p:nvSpPr>
          <p:spPr>
            <a:xfrm>
              <a:off x="4228009" y="1188231"/>
              <a:ext cx="1915886" cy="5519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>
                  <a:latin typeface="Abadi" panose="020B0604020104020204" pitchFamily="34" charset="0"/>
                </a:rPr>
                <a:t>DATA STORE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C08D7BA-8E66-885E-E932-4680BB484664}"/>
                </a:ext>
              </a:extLst>
            </p:cNvPr>
            <p:cNvSpPr txBox="1"/>
            <p:nvPr/>
          </p:nvSpPr>
          <p:spPr>
            <a:xfrm>
              <a:off x="9771689" y="1263373"/>
              <a:ext cx="2249654" cy="8673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dirty="0">
                  <a:latin typeface="Abadi" panose="020B0604020104020204" pitchFamily="34" charset="0"/>
                </a:rPr>
                <a:t>DATA DISTRIBUTION AND ACCESS</a:t>
              </a:r>
            </a:p>
          </p:txBody>
        </p:sp>
        <p:pic>
          <p:nvPicPr>
            <p:cNvPr id="60" name="Graphic 59" descr="User network with solid fill">
              <a:extLst>
                <a:ext uri="{FF2B5EF4-FFF2-40B4-BE49-F238E27FC236}">
                  <a16:creationId xmlns:a16="http://schemas.microsoft.com/office/drawing/2014/main" id="{7398BDA9-8B2D-C1C4-7A54-FFF8F0B52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892321" y="5766710"/>
              <a:ext cx="914400" cy="914400"/>
            </a:xfrm>
            <a:prstGeom prst="rect">
              <a:avLst/>
            </a:prstGeom>
          </p:spPr>
        </p:pic>
        <p:pic>
          <p:nvPicPr>
            <p:cNvPr id="61" name="Graphic 60" descr="Users with solid fill">
              <a:extLst>
                <a:ext uri="{FF2B5EF4-FFF2-40B4-BE49-F238E27FC236}">
                  <a16:creationId xmlns:a16="http://schemas.microsoft.com/office/drawing/2014/main" id="{ED35F6C8-853D-5C74-95A3-EBA13EC74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56101" y="3089781"/>
              <a:ext cx="914400" cy="914400"/>
            </a:xfrm>
            <a:prstGeom prst="rect">
              <a:avLst/>
            </a:prstGeom>
          </p:spPr>
        </p:pic>
        <p:pic>
          <p:nvPicPr>
            <p:cNvPr id="62" name="Graphic 61" descr="Target Audience with solid fill">
              <a:extLst>
                <a:ext uri="{FF2B5EF4-FFF2-40B4-BE49-F238E27FC236}">
                  <a16:creationId xmlns:a16="http://schemas.microsoft.com/office/drawing/2014/main" id="{33EAFC21-7015-03F0-69CE-241DDB9D1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982115" y="5872329"/>
              <a:ext cx="914400" cy="914400"/>
            </a:xfrm>
            <a:prstGeom prst="rect">
              <a:avLst/>
            </a:prstGeom>
          </p:spPr>
        </p:pic>
        <p:pic>
          <p:nvPicPr>
            <p:cNvPr id="63" name="Graphic 62" descr="Exponential Graph with solid fill">
              <a:extLst>
                <a:ext uri="{FF2B5EF4-FFF2-40B4-BE49-F238E27FC236}">
                  <a16:creationId xmlns:a16="http://schemas.microsoft.com/office/drawing/2014/main" id="{74C8D316-6864-E117-C3FB-15486A48A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896515" y="1852672"/>
              <a:ext cx="914400" cy="914400"/>
            </a:xfrm>
            <a:prstGeom prst="rect">
              <a:avLst/>
            </a:prstGeom>
          </p:spPr>
        </p:pic>
        <p:pic>
          <p:nvPicPr>
            <p:cNvPr id="64" name="Graphic 63" descr="Presentation with bar chart with solid fill">
              <a:extLst>
                <a:ext uri="{FF2B5EF4-FFF2-40B4-BE49-F238E27FC236}">
                  <a16:creationId xmlns:a16="http://schemas.microsoft.com/office/drawing/2014/main" id="{A587C6BD-0267-1A17-6D6B-34F85D131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34548" y="1903872"/>
              <a:ext cx="914400" cy="914400"/>
            </a:xfrm>
            <a:prstGeom prst="rect">
              <a:avLst/>
            </a:prstGeom>
          </p:spPr>
        </p:pic>
        <p:pic>
          <p:nvPicPr>
            <p:cNvPr id="65" name="Graphic 64" descr="Server with solid fill">
              <a:extLst>
                <a:ext uri="{FF2B5EF4-FFF2-40B4-BE49-F238E27FC236}">
                  <a16:creationId xmlns:a16="http://schemas.microsoft.com/office/drawing/2014/main" id="{22C4DB1A-BAFA-2E3B-FD17-3B77E2C5A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7681" y="2043365"/>
              <a:ext cx="914400" cy="914400"/>
            </a:xfrm>
            <a:prstGeom prst="rect">
              <a:avLst/>
            </a:prstGeom>
          </p:spPr>
        </p:pic>
        <p:pic>
          <p:nvPicPr>
            <p:cNvPr id="66" name="Graphic 65" descr="Computer with solid fill">
              <a:extLst>
                <a:ext uri="{FF2B5EF4-FFF2-40B4-BE49-F238E27FC236}">
                  <a16:creationId xmlns:a16="http://schemas.microsoft.com/office/drawing/2014/main" id="{5AECB0BA-5360-96F4-2521-6BBD70941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7681" y="1163125"/>
              <a:ext cx="914400" cy="914400"/>
            </a:xfrm>
            <a:prstGeom prst="rect">
              <a:avLst/>
            </a:prstGeom>
          </p:spPr>
        </p:pic>
        <p:pic>
          <p:nvPicPr>
            <p:cNvPr id="67" name="Graphic 66" descr="Cloud Computing with solid fill">
              <a:extLst>
                <a:ext uri="{FF2B5EF4-FFF2-40B4-BE49-F238E27FC236}">
                  <a16:creationId xmlns:a16="http://schemas.microsoft.com/office/drawing/2014/main" id="{66E54EF8-B85F-07C4-7B15-57A0B34D10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7592668" y="1586540"/>
              <a:ext cx="914400" cy="914400"/>
            </a:xfrm>
            <a:prstGeom prst="rect">
              <a:avLst/>
            </a:prstGeom>
          </p:spPr>
        </p:pic>
        <p:pic>
          <p:nvPicPr>
            <p:cNvPr id="68" name="Graphic 67" descr="Syncing cloud with solid fill">
              <a:extLst>
                <a:ext uri="{FF2B5EF4-FFF2-40B4-BE49-F238E27FC236}">
                  <a16:creationId xmlns:a16="http://schemas.microsoft.com/office/drawing/2014/main" id="{6636AA3F-4E83-0786-A137-C082AB7DF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4749772" y="1597078"/>
              <a:ext cx="914400" cy="914400"/>
            </a:xfrm>
            <a:prstGeom prst="rect">
              <a:avLst/>
            </a:prstGeom>
          </p:spPr>
        </p:pic>
        <p:pic>
          <p:nvPicPr>
            <p:cNvPr id="69" name="Graphic 68" descr="Database with solid fill">
              <a:extLst>
                <a:ext uri="{FF2B5EF4-FFF2-40B4-BE49-F238E27FC236}">
                  <a16:creationId xmlns:a16="http://schemas.microsoft.com/office/drawing/2014/main" id="{1AE07F97-90B6-F9EF-4683-5925681F4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49772" y="2429669"/>
              <a:ext cx="914400" cy="914400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E9272C5-32F1-65D4-5890-1C71FC5F48C2}"/>
                </a:ext>
              </a:extLst>
            </p:cNvPr>
            <p:cNvSpPr txBox="1"/>
            <p:nvPr/>
          </p:nvSpPr>
          <p:spPr>
            <a:xfrm>
              <a:off x="224186" y="4055633"/>
              <a:ext cx="2209328" cy="1498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>
                  <a:latin typeface="Abadi" panose="020B0604020104020204" pitchFamily="34" charset="0"/>
                </a:rPr>
                <a:t>POS, ERP or CRM systems, Online interactions, Inventory logs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EA1FE2DB-291E-A168-18C8-C32B2871711D}"/>
                </a:ext>
              </a:extLst>
            </p:cNvPr>
            <p:cNvSpPr txBox="1"/>
            <p:nvPr/>
          </p:nvSpPr>
          <p:spPr>
            <a:xfrm>
              <a:off x="4228009" y="3606695"/>
              <a:ext cx="2275114" cy="1182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>
                  <a:latin typeface="Abadi" panose="020B0604020104020204" pitchFamily="34" charset="0"/>
                </a:rPr>
                <a:t>Where the data is stored i.e.: Cloud, On-prem or hybrid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DB0E263-8557-51EE-9CE1-E505AA6D9C04}"/>
                </a:ext>
              </a:extLst>
            </p:cNvPr>
            <p:cNvSpPr txBox="1"/>
            <p:nvPr/>
          </p:nvSpPr>
          <p:spPr>
            <a:xfrm>
              <a:off x="9804449" y="3209987"/>
              <a:ext cx="2209328" cy="1498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>
                  <a:latin typeface="Abadi" panose="020B0604020104020204" pitchFamily="34" charset="0"/>
                </a:rPr>
                <a:t>Dashboards, Analytics tools, use by advanced systems i.e. recommender engines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C7E65F2-698B-977E-A6E8-5736C48578D3}"/>
                </a:ext>
              </a:extLst>
            </p:cNvPr>
            <p:cNvSpPr txBox="1"/>
            <p:nvPr/>
          </p:nvSpPr>
          <p:spPr>
            <a:xfrm>
              <a:off x="7162119" y="2971872"/>
              <a:ext cx="2192594" cy="1182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>
                  <a:latin typeface="Abadi" panose="020B0604020104020204" pitchFamily="34" charset="0"/>
                </a:rPr>
                <a:t>Data integration, transformation and cleaning</a:t>
              </a:r>
            </a:p>
          </p:txBody>
        </p:sp>
        <p:sp>
          <p:nvSpPr>
            <p:cNvPr id="74" name="Arrow: Right 73">
              <a:extLst>
                <a:ext uri="{FF2B5EF4-FFF2-40B4-BE49-F238E27FC236}">
                  <a16:creationId xmlns:a16="http://schemas.microsoft.com/office/drawing/2014/main" id="{969D55CB-2171-3883-D27F-CE038B315940}"/>
                </a:ext>
              </a:extLst>
            </p:cNvPr>
            <p:cNvSpPr/>
            <p:nvPr/>
          </p:nvSpPr>
          <p:spPr>
            <a:xfrm>
              <a:off x="2686393" y="2488551"/>
              <a:ext cx="1224000" cy="213796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/>
            </a:p>
          </p:txBody>
        </p:sp>
        <p:sp>
          <p:nvSpPr>
            <p:cNvPr id="75" name="Arrow: Right 74">
              <a:extLst>
                <a:ext uri="{FF2B5EF4-FFF2-40B4-BE49-F238E27FC236}">
                  <a16:creationId xmlns:a16="http://schemas.microsoft.com/office/drawing/2014/main" id="{1AA69E97-D6DB-445C-08C4-FD462C4097BB}"/>
                </a:ext>
              </a:extLst>
            </p:cNvPr>
            <p:cNvSpPr/>
            <p:nvPr/>
          </p:nvSpPr>
          <p:spPr>
            <a:xfrm>
              <a:off x="6948012" y="2500565"/>
              <a:ext cx="2232000" cy="213796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/>
            </a:p>
          </p:txBody>
        </p:sp>
        <p:sp>
          <p:nvSpPr>
            <p:cNvPr id="76" name="Arrow: Down 75">
              <a:extLst>
                <a:ext uri="{FF2B5EF4-FFF2-40B4-BE49-F238E27FC236}">
                  <a16:creationId xmlns:a16="http://schemas.microsoft.com/office/drawing/2014/main" id="{AE5AAEC4-C809-D47E-D338-94BEF09C6E16}"/>
                </a:ext>
              </a:extLst>
            </p:cNvPr>
            <p:cNvSpPr/>
            <p:nvPr/>
          </p:nvSpPr>
          <p:spPr>
            <a:xfrm>
              <a:off x="10827091" y="4452257"/>
              <a:ext cx="216000" cy="1162054"/>
            </a:xfrm>
            <a:prstGeom prst="downArrow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8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C4F076A-E7A0-B037-12A8-14DF44BB8CD2}"/>
                </a:ext>
              </a:extLst>
            </p:cNvPr>
            <p:cNvSpPr txBox="1"/>
            <p:nvPr/>
          </p:nvSpPr>
          <p:spPr>
            <a:xfrm>
              <a:off x="8760159" y="4733191"/>
              <a:ext cx="2192594" cy="11827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800" i="1" dirty="0">
                  <a:latin typeface="Abadi" panose="020B0604020104020204" pitchFamily="34" charset="0"/>
                </a:rPr>
                <a:t>Distribution and consumption by teams, managers</a:t>
              </a: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5DB24A2D-1825-5422-1B94-9C4326675BC3}"/>
              </a:ext>
            </a:extLst>
          </p:cNvPr>
          <p:cNvSpPr txBox="1"/>
          <p:nvPr/>
        </p:nvSpPr>
        <p:spPr>
          <a:xfrm>
            <a:off x="321242" y="352455"/>
            <a:ext cx="3022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ASSIGNMENT MODULE 2</a:t>
            </a:r>
          </a:p>
        </p:txBody>
      </p:sp>
    </p:spTree>
    <p:extLst>
      <p:ext uri="{BB962C8B-B14F-4D97-AF65-F5344CB8AC3E}">
        <p14:creationId xmlns:p14="http://schemas.microsoft.com/office/powerpoint/2010/main" val="4235493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6A0B3-9525-1480-0B94-ACF0E2C23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C300CBA-F686-89E3-4EBD-C8B067899339}"/>
              </a:ext>
            </a:extLst>
          </p:cNvPr>
          <p:cNvGrpSpPr/>
          <p:nvPr/>
        </p:nvGrpSpPr>
        <p:grpSpPr>
          <a:xfrm>
            <a:off x="10482941" y="1995363"/>
            <a:ext cx="1643743" cy="2106386"/>
            <a:chOff x="10431331" y="1326814"/>
            <a:chExt cx="1643743" cy="210638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C8F9272-F983-711F-DC5D-9ED83582DEA6}"/>
                </a:ext>
              </a:extLst>
            </p:cNvPr>
            <p:cNvSpPr txBox="1"/>
            <p:nvPr/>
          </p:nvSpPr>
          <p:spPr>
            <a:xfrm>
              <a:off x="10560229" y="1326814"/>
              <a:ext cx="13803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BIG DATA APPS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F535DCC-BF46-379B-CD81-F6FC6BFC257D}"/>
                </a:ext>
              </a:extLst>
            </p:cNvPr>
            <p:cNvGrpSpPr/>
            <p:nvPr/>
          </p:nvGrpSpPr>
          <p:grpSpPr>
            <a:xfrm>
              <a:off x="10431331" y="1326814"/>
              <a:ext cx="1643743" cy="2106386"/>
              <a:chOff x="10431331" y="1326814"/>
              <a:chExt cx="1643743" cy="2106386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5FAF891-2C69-11A2-E03B-86E2558A169A}"/>
                  </a:ext>
                </a:extLst>
              </p:cNvPr>
              <p:cNvSpPr/>
              <p:nvPr/>
            </p:nvSpPr>
            <p:spPr>
              <a:xfrm>
                <a:off x="10431331" y="1326814"/>
                <a:ext cx="1643743" cy="2106386"/>
              </a:xfrm>
              <a:prstGeom prst="roundRect">
                <a:avLst/>
              </a:prstGeom>
              <a:noFill/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4D3DCD4-F80A-CC68-C9AA-9F5BEB961052}"/>
                  </a:ext>
                </a:extLst>
              </p:cNvPr>
              <p:cNvSpPr txBox="1"/>
              <p:nvPr/>
            </p:nvSpPr>
            <p:spPr>
              <a:xfrm>
                <a:off x="10496647" y="1874222"/>
                <a:ext cx="1509210" cy="276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RECOMMEDATIONS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DF662F9-A715-3245-B632-FAFCFD3B5A70}"/>
                  </a:ext>
                </a:extLst>
              </p:cNvPr>
              <p:cNvSpPr txBox="1"/>
              <p:nvPr/>
            </p:nvSpPr>
            <p:spPr>
              <a:xfrm>
                <a:off x="10496647" y="2351823"/>
                <a:ext cx="1509210" cy="27699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DYNAMIC PRICING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FCCDE4-4803-CBA4-9CEC-C2FF98D2C75F}"/>
                  </a:ext>
                </a:extLst>
              </p:cNvPr>
              <p:cNvSpPr txBox="1"/>
              <p:nvPr/>
            </p:nvSpPr>
            <p:spPr>
              <a:xfrm>
                <a:off x="10496647" y="2829424"/>
                <a:ext cx="1509210" cy="276999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1200" dirty="0"/>
                  <a:t>CHURN PREDICTION</a:t>
                </a:r>
              </a:p>
            </p:txBody>
          </p:sp>
        </p:grpSp>
      </p:grp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BA51827A-EC5D-9AF8-BDAD-BA63305C6D4B}"/>
              </a:ext>
            </a:extLst>
          </p:cNvPr>
          <p:cNvSpPr/>
          <p:nvPr/>
        </p:nvSpPr>
        <p:spPr>
          <a:xfrm>
            <a:off x="2583489" y="2772587"/>
            <a:ext cx="685049" cy="160363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12AAC292-5A1E-6314-CAEB-24B5CEC5567D}"/>
              </a:ext>
            </a:extLst>
          </p:cNvPr>
          <p:cNvSpPr/>
          <p:nvPr/>
        </p:nvSpPr>
        <p:spPr>
          <a:xfrm>
            <a:off x="6204408" y="2535453"/>
            <a:ext cx="685049" cy="160363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4" name="Arrow: Right 1023">
            <a:extLst>
              <a:ext uri="{FF2B5EF4-FFF2-40B4-BE49-F238E27FC236}">
                <a16:creationId xmlns:a16="http://schemas.microsoft.com/office/drawing/2014/main" id="{6AB36E8B-C8FC-F58A-C251-1945029893DD}"/>
              </a:ext>
            </a:extLst>
          </p:cNvPr>
          <p:cNvSpPr/>
          <p:nvPr/>
        </p:nvSpPr>
        <p:spPr>
          <a:xfrm>
            <a:off x="6215099" y="3254098"/>
            <a:ext cx="685049" cy="160363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5" name="Arrow: Right 1024">
            <a:extLst>
              <a:ext uri="{FF2B5EF4-FFF2-40B4-BE49-F238E27FC236}">
                <a16:creationId xmlns:a16="http://schemas.microsoft.com/office/drawing/2014/main" id="{3F1B6928-DDC5-5C9A-BF17-887A2C1318AF}"/>
              </a:ext>
            </a:extLst>
          </p:cNvPr>
          <p:cNvSpPr/>
          <p:nvPr/>
        </p:nvSpPr>
        <p:spPr>
          <a:xfrm>
            <a:off x="9757888" y="2854079"/>
            <a:ext cx="685049" cy="160363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A8B9EEAB-56A1-20A0-F864-1195E66E97CF}"/>
              </a:ext>
            </a:extLst>
          </p:cNvPr>
          <p:cNvSpPr txBox="1"/>
          <p:nvPr/>
        </p:nvSpPr>
        <p:spPr>
          <a:xfrm>
            <a:off x="-19009" y="644633"/>
            <a:ext cx="7546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REAL-TIME CUSTOMER INSIGHTS AND PREDICTIONS PLATFORM</a:t>
            </a:r>
          </a:p>
        </p:txBody>
      </p: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315EC090-1B7D-BFCA-6219-6A646EE1E420}"/>
              </a:ext>
            </a:extLst>
          </p:cNvPr>
          <p:cNvGrpSpPr/>
          <p:nvPr/>
        </p:nvGrpSpPr>
        <p:grpSpPr>
          <a:xfrm>
            <a:off x="3408710" y="1268742"/>
            <a:ext cx="2832658" cy="3592931"/>
            <a:chOff x="3376052" y="1421143"/>
            <a:chExt cx="2832658" cy="3592931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218CAA1-8BB1-8A3D-FBE9-11AD7BBC8549}"/>
                </a:ext>
              </a:extLst>
            </p:cNvPr>
            <p:cNvSpPr/>
            <p:nvPr/>
          </p:nvSpPr>
          <p:spPr>
            <a:xfrm>
              <a:off x="3376052" y="1421143"/>
              <a:ext cx="2592000" cy="3559629"/>
            </a:xfrm>
            <a:prstGeom prst="round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B4C4259-86DE-E039-CB91-EBBBF3CDE5B4}"/>
                </a:ext>
              </a:extLst>
            </p:cNvPr>
            <p:cNvSpPr txBox="1"/>
            <p:nvPr/>
          </p:nvSpPr>
          <p:spPr>
            <a:xfrm>
              <a:off x="3525439" y="1435033"/>
              <a:ext cx="22932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DATA INGESTION &amp; STORAGE</a:t>
              </a:r>
            </a:p>
          </p:txBody>
        </p: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29B681E3-94C0-4589-7BEC-D3BD94B6F3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3277" y="2109146"/>
              <a:ext cx="1069561" cy="534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Graphic 18" descr="Upload with solid fill">
              <a:extLst>
                <a:ext uri="{FF2B5EF4-FFF2-40B4-BE49-F238E27FC236}">
                  <a16:creationId xmlns:a16="http://schemas.microsoft.com/office/drawing/2014/main" id="{8B31BBFD-96C4-26CC-0CBF-9A9E099E5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023085" y="1929876"/>
              <a:ext cx="838160" cy="838160"/>
            </a:xfrm>
            <a:prstGeom prst="rect">
              <a:avLst/>
            </a:prstGeom>
          </p:spPr>
        </p:pic>
        <p:grpSp>
          <p:nvGrpSpPr>
            <p:cNvPr id="1038" name="Group 1037">
              <a:extLst>
                <a:ext uri="{FF2B5EF4-FFF2-40B4-BE49-F238E27FC236}">
                  <a16:creationId xmlns:a16="http://schemas.microsoft.com/office/drawing/2014/main" id="{5B37966C-1B3C-1C46-DF5A-044A24140AAE}"/>
                </a:ext>
              </a:extLst>
            </p:cNvPr>
            <p:cNvGrpSpPr/>
            <p:nvPr/>
          </p:nvGrpSpPr>
          <p:grpSpPr>
            <a:xfrm>
              <a:off x="3474632" y="3429689"/>
              <a:ext cx="2373473" cy="1137913"/>
              <a:chOff x="3474632" y="3429689"/>
              <a:chExt cx="2373473" cy="1137913"/>
            </a:xfrm>
          </p:grpSpPr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029079CC-175D-0E8D-E2E2-B6AA86DF22D7}"/>
                  </a:ext>
                </a:extLst>
              </p:cNvPr>
              <p:cNvSpPr/>
              <p:nvPr/>
            </p:nvSpPr>
            <p:spPr>
              <a:xfrm>
                <a:off x="3474632" y="3429689"/>
                <a:ext cx="2373473" cy="1137913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pic>
            <p:nvPicPr>
              <p:cNvPr id="25" name="Graphic 24" descr="Cloud Computing with solid fill">
                <a:extLst>
                  <a:ext uri="{FF2B5EF4-FFF2-40B4-BE49-F238E27FC236}">
                    <a16:creationId xmlns:a16="http://schemas.microsoft.com/office/drawing/2014/main" id="{BE85D2C3-5D35-A51A-6842-B273407F8E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756747" y="3533339"/>
                <a:ext cx="751399" cy="751399"/>
              </a:xfrm>
              <a:prstGeom prst="rect">
                <a:avLst/>
              </a:prstGeom>
            </p:spPr>
          </p:pic>
          <p:pic>
            <p:nvPicPr>
              <p:cNvPr id="31" name="Graphic 30" descr="Database with solid fill">
                <a:extLst>
                  <a:ext uri="{FF2B5EF4-FFF2-40B4-BE49-F238E27FC236}">
                    <a16:creationId xmlns:a16="http://schemas.microsoft.com/office/drawing/2014/main" id="{B117C98F-879B-D6D0-2766-94D1BE53AD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754019" y="3471914"/>
                <a:ext cx="962080" cy="962080"/>
              </a:xfrm>
              <a:prstGeom prst="rect">
                <a:avLst/>
              </a:prstGeom>
            </p:spPr>
          </p:pic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41D87C7-AC0C-3652-B9DB-244AE2E50A0B}"/>
                </a:ext>
              </a:extLst>
            </p:cNvPr>
            <p:cNvSpPr txBox="1"/>
            <p:nvPr/>
          </p:nvSpPr>
          <p:spPr>
            <a:xfrm>
              <a:off x="3789904" y="4706297"/>
              <a:ext cx="24188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Distributed storage</a:t>
              </a:r>
            </a:p>
          </p:txBody>
        </p:sp>
        <p:sp>
          <p:nvSpPr>
            <p:cNvPr id="1029" name="Arrow: Right 1028">
              <a:extLst>
                <a:ext uri="{FF2B5EF4-FFF2-40B4-BE49-F238E27FC236}">
                  <a16:creationId xmlns:a16="http://schemas.microsoft.com/office/drawing/2014/main" id="{90138D45-A931-8664-CE67-90098DAE1D08}"/>
                </a:ext>
              </a:extLst>
            </p:cNvPr>
            <p:cNvSpPr/>
            <p:nvPr/>
          </p:nvSpPr>
          <p:spPr>
            <a:xfrm>
              <a:off x="3807576" y="2699975"/>
              <a:ext cx="996322" cy="124575"/>
            </a:xfrm>
            <a:prstGeom prst="rightArrow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5DC699B0-EECD-A090-A345-CC66AEBD803F}"/>
                </a:ext>
              </a:extLst>
            </p:cNvPr>
            <p:cNvSpPr txBox="1"/>
            <p:nvPr/>
          </p:nvSpPr>
          <p:spPr>
            <a:xfrm>
              <a:off x="3521305" y="2826265"/>
              <a:ext cx="179745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i="1" dirty="0"/>
                <a:t>Real time data streams</a:t>
              </a:r>
            </a:p>
          </p:txBody>
        </p:sp>
        <p:sp>
          <p:nvSpPr>
            <p:cNvPr id="1033" name="Arrow: Down 1032">
              <a:extLst>
                <a:ext uri="{FF2B5EF4-FFF2-40B4-BE49-F238E27FC236}">
                  <a16:creationId xmlns:a16="http://schemas.microsoft.com/office/drawing/2014/main" id="{DDE26508-87AA-188C-2CC7-145BB28DD147}"/>
                </a:ext>
              </a:extLst>
            </p:cNvPr>
            <p:cNvSpPr/>
            <p:nvPr/>
          </p:nvSpPr>
          <p:spPr>
            <a:xfrm flipV="1">
              <a:off x="5442165" y="2861677"/>
              <a:ext cx="108000" cy="396000"/>
            </a:xfrm>
            <a:prstGeom prst="downArrow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BDB314DD-BF94-EF82-3575-5B319761EC1F}"/>
                </a:ext>
              </a:extLst>
            </p:cNvPr>
            <p:cNvSpPr txBox="1"/>
            <p:nvPr/>
          </p:nvSpPr>
          <p:spPr>
            <a:xfrm>
              <a:off x="3617143" y="4301067"/>
              <a:ext cx="20429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dirty="0"/>
                <a:t>AZURE DATALAKE</a:t>
              </a:r>
            </a:p>
          </p:txBody>
        </p:sp>
      </p:grpSp>
      <p:sp>
        <p:nvSpPr>
          <p:cNvPr id="1040" name="Arrow: Down 1039">
            <a:extLst>
              <a:ext uri="{FF2B5EF4-FFF2-40B4-BE49-F238E27FC236}">
                <a16:creationId xmlns:a16="http://schemas.microsoft.com/office/drawing/2014/main" id="{EF691BD5-D722-D4DF-830D-7537FEBCCE4D}"/>
              </a:ext>
            </a:extLst>
          </p:cNvPr>
          <p:cNvSpPr/>
          <p:nvPr/>
        </p:nvSpPr>
        <p:spPr>
          <a:xfrm>
            <a:off x="5312375" y="2718076"/>
            <a:ext cx="108000" cy="396000"/>
          </a:xfrm>
          <a:prstGeom prst="downArrow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0CD5FE61-C2B0-E514-53F3-DCC5943E33BF}"/>
              </a:ext>
            </a:extLst>
          </p:cNvPr>
          <p:cNvSpPr txBox="1"/>
          <p:nvPr/>
        </p:nvSpPr>
        <p:spPr>
          <a:xfrm>
            <a:off x="32658" y="5023064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/>
              <a:t>Customer interactions from digital and physical channels are captured in real time through </a:t>
            </a:r>
            <a:r>
              <a:rPr lang="en-GB" sz="1200" b="1" i="1" dirty="0"/>
              <a:t>Apache Kafka </a:t>
            </a:r>
            <a:r>
              <a:rPr lang="en-GB" sz="1200" i="1" dirty="0"/>
              <a:t>and stored at scale in distributed storage (HDFS + object storage) within Microsoft Azure (</a:t>
            </a:r>
            <a:r>
              <a:rPr lang="en-GB" sz="1200" b="1" i="1" dirty="0"/>
              <a:t>Azure Data Lake</a:t>
            </a:r>
            <a:r>
              <a:rPr lang="en-GB" sz="1200" i="1" dirty="0"/>
              <a:t>). 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4B0C9B0C-F8DB-3178-2DFF-73E5388140E4}"/>
              </a:ext>
            </a:extLst>
          </p:cNvPr>
          <p:cNvSpPr txBox="1"/>
          <p:nvPr/>
        </p:nvSpPr>
        <p:spPr>
          <a:xfrm>
            <a:off x="6344105" y="4945478"/>
            <a:ext cx="3623377" cy="718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200" b="1" i="1" kern="100" dirty="0">
                <a:effectLst/>
                <a:latin typeface="Abadi" panose="020B06040201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Apache Spark </a:t>
            </a:r>
            <a:r>
              <a:rPr lang="en-GB" sz="1200" i="1" kern="100" dirty="0">
                <a:effectLst/>
                <a:latin typeface="Abadi" panose="020B06040201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then processes the data in both batch and streaming modes to clean, transform, and aggregate it.</a:t>
            </a:r>
            <a:endParaRPr lang="en-GB" sz="1200" i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1B36B4E5-28F5-94A1-25E9-C5ECCC9B4A94}"/>
              </a:ext>
            </a:extLst>
          </p:cNvPr>
          <p:cNvSpPr txBox="1"/>
          <p:nvPr/>
        </p:nvSpPr>
        <p:spPr>
          <a:xfrm>
            <a:off x="10177988" y="4148666"/>
            <a:ext cx="21007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i="1" dirty="0">
                <a:effectLst/>
                <a:latin typeface="Abadi" panose="020B06040201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processed data is accessed through query engines and BI tools for reporting, while ML models generate predictions</a:t>
            </a:r>
            <a:r>
              <a:rPr lang="en-GB" sz="1200" i="1" dirty="0">
                <a:latin typeface="Abadi" panose="020B06040201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used to power various applications like </a:t>
            </a:r>
            <a:r>
              <a:rPr lang="en-GB" sz="1200" b="1" i="1" dirty="0">
                <a:latin typeface="Abadi" panose="020B06040201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recommendation engines</a:t>
            </a:r>
            <a:r>
              <a:rPr lang="en-GB" sz="1200" i="1" dirty="0">
                <a:latin typeface="Abadi" panose="020B0604020104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1200" i="1" dirty="0"/>
          </a:p>
        </p:txBody>
      </p: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3EEFE397-7EB9-4ABD-B7B9-A20FA7E17D65}"/>
              </a:ext>
            </a:extLst>
          </p:cNvPr>
          <p:cNvGrpSpPr/>
          <p:nvPr/>
        </p:nvGrpSpPr>
        <p:grpSpPr>
          <a:xfrm>
            <a:off x="7081495" y="1279627"/>
            <a:ext cx="2698165" cy="3559629"/>
            <a:chOff x="7081495" y="1279627"/>
            <a:chExt cx="2698165" cy="355962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358E3DD-1224-F74C-6EB7-F82E80E1EB48}"/>
                </a:ext>
              </a:extLst>
            </p:cNvPr>
            <p:cNvSpPr/>
            <p:nvPr/>
          </p:nvSpPr>
          <p:spPr>
            <a:xfrm>
              <a:off x="7081495" y="1279627"/>
              <a:ext cx="2592000" cy="3559629"/>
            </a:xfrm>
            <a:prstGeom prst="round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2DCFFA2-9B41-D60B-9F63-EE31CD442D22}"/>
                </a:ext>
              </a:extLst>
            </p:cNvPr>
            <p:cNvSpPr txBox="1"/>
            <p:nvPr/>
          </p:nvSpPr>
          <p:spPr>
            <a:xfrm>
              <a:off x="7230882" y="1282631"/>
              <a:ext cx="22932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dirty="0"/>
                <a:t>PROCESSING &amp; ANALYTICS</a:t>
              </a: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780EC5FB-BB43-CE09-E2F0-BB770DFD9B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7253" y="1912793"/>
              <a:ext cx="1151108" cy="5996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E015FE0-9156-8FE5-3A4B-613CC5F8B79D}"/>
                </a:ext>
              </a:extLst>
            </p:cNvPr>
            <p:cNvGrpSpPr/>
            <p:nvPr/>
          </p:nvGrpSpPr>
          <p:grpSpPr>
            <a:xfrm>
              <a:off x="8177660" y="2661194"/>
              <a:ext cx="1602000" cy="995351"/>
              <a:chOff x="6949781" y="2688599"/>
              <a:chExt cx="1602000" cy="995351"/>
            </a:xfrm>
          </p:grpSpPr>
          <p:pic>
            <p:nvPicPr>
              <p:cNvPr id="34" name="Graphic 33" descr="Database with solid fill">
                <a:extLst>
                  <a:ext uri="{FF2B5EF4-FFF2-40B4-BE49-F238E27FC236}">
                    <a16:creationId xmlns:a16="http://schemas.microsoft.com/office/drawing/2014/main" id="{40161A22-63A0-12A2-F7FB-E614B13D6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949781" y="2688599"/>
                <a:ext cx="972000" cy="540000"/>
              </a:xfrm>
              <a:prstGeom prst="rect">
                <a:avLst/>
              </a:prstGeom>
            </p:spPr>
          </p:pic>
          <p:pic>
            <p:nvPicPr>
              <p:cNvPr id="36" name="Graphic 35" descr="Database with solid fill">
                <a:extLst>
                  <a:ext uri="{FF2B5EF4-FFF2-40B4-BE49-F238E27FC236}">
                    <a16:creationId xmlns:a16="http://schemas.microsoft.com/office/drawing/2014/main" id="{5C317091-F4DA-082A-4DF7-C8BF54685A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451717" y="3143950"/>
                <a:ext cx="540000" cy="540000"/>
              </a:xfrm>
              <a:prstGeom prst="rect">
                <a:avLst/>
              </a:prstGeom>
            </p:spPr>
          </p:pic>
          <p:pic>
            <p:nvPicPr>
              <p:cNvPr id="38" name="Graphic 37" descr="Database with solid fill">
                <a:extLst>
                  <a:ext uri="{FF2B5EF4-FFF2-40B4-BE49-F238E27FC236}">
                    <a16:creationId xmlns:a16="http://schemas.microsoft.com/office/drawing/2014/main" id="{F9BE7723-E974-0608-EB7E-13BAB3A780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579781" y="2698997"/>
                <a:ext cx="972000" cy="540000"/>
              </a:xfrm>
              <a:prstGeom prst="rect">
                <a:avLst/>
              </a:prstGeom>
            </p:spPr>
          </p:pic>
        </p:grpSp>
        <p:pic>
          <p:nvPicPr>
            <p:cNvPr id="40" name="Graphic 39" descr="Download from cloud with solid fill">
              <a:extLst>
                <a:ext uri="{FF2B5EF4-FFF2-40B4-BE49-F238E27FC236}">
                  <a16:creationId xmlns:a16="http://schemas.microsoft.com/office/drawing/2014/main" id="{9F024BCB-8A95-DFB9-A20F-A3988DF1A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22061" y="3510440"/>
              <a:ext cx="933733" cy="933733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0DDA788-A586-788F-B6DF-8AE7FAC72A5C}"/>
                </a:ext>
              </a:extLst>
            </p:cNvPr>
            <p:cNvSpPr txBox="1"/>
            <p:nvPr/>
          </p:nvSpPr>
          <p:spPr>
            <a:xfrm>
              <a:off x="8580443" y="3590527"/>
              <a:ext cx="10930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Spark SQL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31FF4EC-76AE-A400-6053-D616D1F3D3A5}"/>
                </a:ext>
              </a:extLst>
            </p:cNvPr>
            <p:cNvSpPr txBox="1"/>
            <p:nvPr/>
          </p:nvSpPr>
          <p:spPr>
            <a:xfrm>
              <a:off x="7285611" y="4316036"/>
              <a:ext cx="109305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/>
                <a:t>Spark MLlib ML Models</a:t>
              </a:r>
            </a:p>
          </p:txBody>
        </p:sp>
        <p:sp>
          <p:nvSpPr>
            <p:cNvPr id="1046" name="Arrow: Bent 1045">
              <a:extLst>
                <a:ext uri="{FF2B5EF4-FFF2-40B4-BE49-F238E27FC236}">
                  <a16:creationId xmlns:a16="http://schemas.microsoft.com/office/drawing/2014/main" id="{490B33CA-A6BE-0D47-60F3-E92A6094082C}"/>
                </a:ext>
              </a:extLst>
            </p:cNvPr>
            <p:cNvSpPr/>
            <p:nvPr/>
          </p:nvSpPr>
          <p:spPr>
            <a:xfrm rot="5400000">
              <a:off x="8671692" y="1946422"/>
              <a:ext cx="360000" cy="864000"/>
            </a:xfrm>
            <a:prstGeom prst="bentArrow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047" name="Arrow: Bent 1046">
              <a:extLst>
                <a:ext uri="{FF2B5EF4-FFF2-40B4-BE49-F238E27FC236}">
                  <a16:creationId xmlns:a16="http://schemas.microsoft.com/office/drawing/2014/main" id="{42B59D3B-E616-8AEE-730A-F5591CD17030}"/>
                </a:ext>
              </a:extLst>
            </p:cNvPr>
            <p:cNvSpPr/>
            <p:nvPr/>
          </p:nvSpPr>
          <p:spPr>
            <a:xfrm rot="10800000">
              <a:off x="8878118" y="3994982"/>
              <a:ext cx="360000" cy="612000"/>
            </a:xfrm>
            <a:prstGeom prst="bentArrow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</p:grp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D6EEE9C2-DB2A-91F2-5F69-7C721FC0F614}"/>
              </a:ext>
            </a:extLst>
          </p:cNvPr>
          <p:cNvGrpSpPr/>
          <p:nvPr/>
        </p:nvGrpSpPr>
        <p:grpSpPr>
          <a:xfrm>
            <a:off x="128255" y="1458686"/>
            <a:ext cx="2443216" cy="2984699"/>
            <a:chOff x="128255" y="1458686"/>
            <a:chExt cx="2443216" cy="2984699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8609A8C-9E0E-46AC-866E-F0C800B3250A}"/>
                </a:ext>
              </a:extLst>
            </p:cNvPr>
            <p:cNvGrpSpPr/>
            <p:nvPr/>
          </p:nvGrpSpPr>
          <p:grpSpPr>
            <a:xfrm>
              <a:off x="128255" y="1874356"/>
              <a:ext cx="2443216" cy="2569029"/>
              <a:chOff x="413297" y="1666329"/>
              <a:chExt cx="2443216" cy="2569029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F5E30D71-CEF5-C73A-EC34-358E49F42F94}"/>
                  </a:ext>
                </a:extLst>
              </p:cNvPr>
              <p:cNvSpPr/>
              <p:nvPr/>
            </p:nvSpPr>
            <p:spPr>
              <a:xfrm>
                <a:off x="413297" y="1666329"/>
                <a:ext cx="2329543" cy="2569029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2C94C806-FC25-2DCC-DE38-079481FE853A}"/>
                  </a:ext>
                </a:extLst>
              </p:cNvPr>
              <p:cNvGrpSpPr/>
              <p:nvPr/>
            </p:nvGrpSpPr>
            <p:grpSpPr>
              <a:xfrm>
                <a:off x="545264" y="1814613"/>
                <a:ext cx="2311249" cy="1948777"/>
                <a:chOff x="545264" y="1814613"/>
                <a:chExt cx="2311249" cy="1948777"/>
              </a:xfrm>
            </p:grpSpPr>
            <p:pic>
              <p:nvPicPr>
                <p:cNvPr id="42" name="Graphic 41" descr="Store with solid fill">
                  <a:extLst>
                    <a:ext uri="{FF2B5EF4-FFF2-40B4-BE49-F238E27FC236}">
                      <a16:creationId xmlns:a16="http://schemas.microsoft.com/office/drawing/2014/main" id="{A41CB02D-1AF8-AAAE-5BC8-995B161C9A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96DAC541-7B7A-43D3-8B79-37D633B846F1}">
                      <asvg:svgBlip xmlns:asvg="http://schemas.microsoft.com/office/drawing/2016/SVG/main" r:embed="rId1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3914" y="2806415"/>
                  <a:ext cx="540000" cy="540000"/>
                </a:xfrm>
                <a:prstGeom prst="rect">
                  <a:avLst/>
                </a:prstGeom>
              </p:spPr>
            </p:pic>
            <p:pic>
              <p:nvPicPr>
                <p:cNvPr id="44" name="Graphic 43" descr="Handshake with solid fill">
                  <a:extLst>
                    <a:ext uri="{FF2B5EF4-FFF2-40B4-BE49-F238E27FC236}">
                      <a16:creationId xmlns:a16="http://schemas.microsoft.com/office/drawing/2014/main" id="{457A9FFE-6B7C-734B-FCB9-01C0F7486F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703071" y="2806415"/>
                  <a:ext cx="540000" cy="540000"/>
                </a:xfrm>
                <a:prstGeom prst="rect">
                  <a:avLst/>
                </a:prstGeom>
              </p:spPr>
            </p:pic>
            <p:pic>
              <p:nvPicPr>
                <p:cNvPr id="46" name="Graphic 45" descr="Monitor with solid fill">
                  <a:extLst>
                    <a:ext uri="{FF2B5EF4-FFF2-40B4-BE49-F238E27FC236}">
                      <a16:creationId xmlns:a16="http://schemas.microsoft.com/office/drawing/2014/main" id="{16F900EE-A597-5C7E-9F25-E22238966F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69787" y="1814613"/>
                  <a:ext cx="540000" cy="540000"/>
                </a:xfrm>
                <a:prstGeom prst="rect">
                  <a:avLst/>
                </a:prstGeom>
              </p:spPr>
            </p:pic>
            <p:pic>
              <p:nvPicPr>
                <p:cNvPr id="48" name="Graphic 47" descr="Smart Phone with solid fill">
                  <a:extLst>
                    <a:ext uri="{FF2B5EF4-FFF2-40B4-BE49-F238E27FC236}">
                      <a16:creationId xmlns:a16="http://schemas.microsoft.com/office/drawing/2014/main" id="{58D97A12-8521-7F04-BCB5-94051B5B4D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>
                  <a:extLst>
                    <a:ext uri="{96DAC541-7B7A-43D3-8B79-37D633B846F1}">
                      <asvg:svgBlip xmlns:asvg="http://schemas.microsoft.com/office/drawing/2016/SVG/main" r:embed="rId2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3914" y="1814613"/>
                  <a:ext cx="540000" cy="540000"/>
                </a:xfrm>
                <a:prstGeom prst="rect">
                  <a:avLst/>
                </a:prstGeom>
              </p:spPr>
            </p:pic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2FF9C45-60FD-E138-586D-9B0866C4CB1B}"/>
                    </a:ext>
                  </a:extLst>
                </p:cNvPr>
                <p:cNvSpPr txBox="1"/>
                <p:nvPr/>
              </p:nvSpPr>
              <p:spPr>
                <a:xfrm>
                  <a:off x="566630" y="2340551"/>
                  <a:ext cx="8454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mobile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72C581A7-F14A-674D-84EB-7877FF60B946}"/>
                    </a:ext>
                  </a:extLst>
                </p:cNvPr>
                <p:cNvSpPr txBox="1"/>
                <p:nvPr/>
              </p:nvSpPr>
              <p:spPr>
                <a:xfrm>
                  <a:off x="1537721" y="2336965"/>
                  <a:ext cx="8454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online</a:t>
                  </a: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FB52F4C-411A-B8D2-52A0-2014FB8BF088}"/>
                    </a:ext>
                  </a:extLst>
                </p:cNvPr>
                <p:cNvSpPr txBox="1"/>
                <p:nvPr/>
              </p:nvSpPr>
              <p:spPr>
                <a:xfrm>
                  <a:off x="545264" y="3240170"/>
                  <a:ext cx="105561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In-store</a:t>
                  </a:r>
                </a:p>
              </p:txBody>
            </p:sp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56C7B37F-C500-C5D0-5AF6-38D95DCCB250}"/>
                    </a:ext>
                  </a:extLst>
                </p:cNvPr>
                <p:cNvSpPr txBox="1"/>
                <p:nvPr/>
              </p:nvSpPr>
              <p:spPr>
                <a:xfrm>
                  <a:off x="1524738" y="3240170"/>
                  <a:ext cx="133177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Partner interactions</a:t>
                  </a:r>
                </a:p>
              </p:txBody>
            </p:sp>
          </p:grpSp>
        </p:grpSp>
        <p:sp>
          <p:nvSpPr>
            <p:cNvPr id="1049" name="TextBox 1048">
              <a:extLst>
                <a:ext uri="{FF2B5EF4-FFF2-40B4-BE49-F238E27FC236}">
                  <a16:creationId xmlns:a16="http://schemas.microsoft.com/office/drawing/2014/main" id="{FC1E149B-B9B1-0342-B96A-3B2545248096}"/>
                </a:ext>
              </a:extLst>
            </p:cNvPr>
            <p:cNvSpPr txBox="1"/>
            <p:nvPr/>
          </p:nvSpPr>
          <p:spPr>
            <a:xfrm>
              <a:off x="128255" y="1458686"/>
              <a:ext cx="21996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SOURCE SYSTEMS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51951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A93DA6-7BD0-068C-C416-8B2AD9602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50597" cy="23341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80A8F4-CF11-15CD-7768-69ECBCE93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8567" y="97971"/>
            <a:ext cx="4490278" cy="28337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AC38FC-ACA0-D13D-3F80-4989389A6B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291" y="347760"/>
            <a:ext cx="3583509" cy="23341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CA9526A-B0A7-7C15-471F-E10B78DC9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8080" y="3265714"/>
            <a:ext cx="3067208" cy="32831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813B7C-C1F6-FCB6-5604-5BD24177A5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995" y="3671880"/>
            <a:ext cx="3988005" cy="269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041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098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Abadi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12369</TotalTime>
  <Words>1019</Words>
  <Application>Microsoft Office PowerPoint</Application>
  <PresentationFormat>Widescreen</PresentationFormat>
  <Paragraphs>180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Abadi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Dorothy Cheruiyot</dc:creator>
  <cp:lastModifiedBy>Dorothy Cheptoo Cheruiyot</cp:lastModifiedBy>
  <cp:revision>8</cp:revision>
  <dcterms:created xsi:type="dcterms:W3CDTF">2026-02-01T18:27:05Z</dcterms:created>
  <dcterms:modified xsi:type="dcterms:W3CDTF">2026-02-18T16:59:24Z</dcterms:modified>
</cp:coreProperties>
</file>