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41584-0DEB-5B88-B555-FF88931E0F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F09EF9-8D57-5CAC-5549-7B8C4B112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F2C00-663F-77CA-1EC4-E8AD6CF8F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554D7-CD0D-49C4-9D88-D93D215B32FD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71DCA-123C-7B08-1CC4-38B3DFB5C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88569-64B6-2E50-A3CB-AD59D7EC8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1B09-0CDF-45FB-8E5F-BF83A5748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929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A274C-B0C9-78EF-0E22-85F911FAC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E41DA-2BEA-5C8C-6B35-94ACFBBED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E2DD-2BF1-F0A0-B086-22DD68A6E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554D7-CD0D-49C4-9D88-D93D215B32FD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60366-B3E8-1429-4FBF-9374BA0C9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B9E60-3C55-2D15-5929-7B28A10FF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1B09-0CDF-45FB-8E5F-BF83A5748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8037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191FF-5A8C-FC38-AA2C-2AB241A71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B4126-6F79-19BA-704E-B025C78B0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EC73B-2DCA-503D-CA56-30FA3BEB7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554D7-CD0D-49C4-9D88-D93D215B32FD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3796D-D58D-D375-15FA-A17D6E25F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2549E-BF61-BD29-640B-839E46CBB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1B09-0CDF-45FB-8E5F-BF83A5748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367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C345-253C-605B-04DF-D0B9E660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AFCB-147E-F94D-53B5-AA74B47D7E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74986-FAE5-EAE7-C7A7-29C79135B2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55A239-B460-B1E4-CA23-A5EF91766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554D7-CD0D-49C4-9D88-D93D215B32FD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E06F47-782B-1D3C-6BF6-382CA9C99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9A9C0-0461-40E3-45D5-A923B459D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1B09-0CDF-45FB-8E5F-BF83A5748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249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5DAE7-A6D2-99C9-3340-A2F6AFAFC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9CEFE-BAAC-7EAE-B18F-6B3E649DA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86A042-FB2D-17AD-0BDD-4E17F572A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C2EF01-66E1-8674-7843-FA33B57866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572571-3A60-95B7-A193-FF0E24B112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C33AF7-2D50-DEFB-4A6C-1E3215F76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554D7-CD0D-49C4-9D88-D93D215B32FD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E0D159-9092-1B93-ACD8-F6536C34E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196132-78E7-40BF-D379-77C8BC4AC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1B09-0CDF-45FB-8E5F-BF83A5748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648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FBA9C-374D-CCD4-3D4E-60B71DF56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0747AD-9F34-76D8-1AAD-38DED8586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554D7-CD0D-49C4-9D88-D93D215B32FD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CB2881-C676-CEF4-71A2-EC34D194B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04845-7D74-7063-1ED8-4B220DA37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1B09-0CDF-45FB-8E5F-BF83A5748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072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ADBFF5-857A-7B93-17EE-E73FA5FFD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554D7-CD0D-49C4-9D88-D93D215B32FD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B8F0CD-6123-B2A3-F019-97F1F9C8A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ACBCF-059D-E759-DFDE-39151692D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1B09-0CDF-45FB-8E5F-BF83A5748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2634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6144A-1411-EDB5-A4AF-C219CCA9A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EDB72-079C-D9AC-48F1-73EA8F2E8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B29D4-F288-041B-980F-395A040E3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E9C87-C1DD-8F8C-9B93-BB1296ABD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554D7-CD0D-49C4-9D88-D93D215B32FD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44461-0C05-A878-219F-BF2AEA700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73265-2837-602A-0F30-BB0EE50EC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1B09-0CDF-45FB-8E5F-BF83A5748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929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74280-BC91-903F-59FC-F65E7376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699149-5CF5-DA01-DD2F-A840E0C43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FE7BE2-58CA-8ECD-19B7-974936056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52FE7-6820-50B1-7834-DCDD18B03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554D7-CD0D-49C4-9D88-D93D215B32FD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B2EE0-795B-9975-17BA-8DFAA37EB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5EC33-C7B5-C251-A1E9-FA54F582E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1B09-0CDF-45FB-8E5F-BF83A5748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61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9C9C3-BB4E-3D8B-D303-4E9D01CAF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6D5FB-DBA8-A434-C552-B2F8224BB3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7EA90-E6E9-B477-1497-2A88E46C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554D7-CD0D-49C4-9D88-D93D215B32FD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40765-658D-5B6D-80BB-D6E8812E7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3FCE5-E877-BA2F-AEA7-896F97172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1B09-0CDF-45FB-8E5F-BF83A5748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944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DF0186-7098-2B9F-4BA6-EC8D05A993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C0694-635C-7916-B45C-37BF0A5EB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C96B2-547A-C5BC-44C2-EBE4B939F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554D7-CD0D-49C4-9D88-D93D215B32FD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649A3-2A4C-26FD-A046-2F5707EA5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D044F-9EF3-422A-178F-DFC835B48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41B09-0CDF-45FB-8E5F-BF83A5748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644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4BD2CA-F1D4-B737-2D3A-98DDB653E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26550-F449-294A-88AE-7D221D125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C6387-C8DC-649B-EB63-C63AAD5B29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6554D7-CD0D-49C4-9D88-D93D215B32FD}" type="datetimeFigureOut">
              <a:rPr lang="en-GB" smtClean="0"/>
              <a:t>15/02/2026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064D0-7A02-67CD-EB65-41610D715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BE0F2-CEBC-6352-A9ED-9FA6023A8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41B09-0CDF-45FB-8E5F-BF83A5748D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906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4EBA6D3-F39B-F2A8-CC51-521A8E780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0344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797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A2E05D-4729-4388-D972-ED40364D0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65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4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B8D260-EE1A-A881-2B2D-2ACEA4B64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49" y="0"/>
            <a:ext cx="12194849" cy="544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88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9F6D45-E8E1-1035-A9B5-45A322490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47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136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13DF7F-BE46-A89B-5457-EEC3A6646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56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668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056B88-823A-67C5-2F80-C135B8032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74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917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E988F2-6F25-D180-0A67-A5E91BC60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204097" cy="446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520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8D1CF9-0DC7-BD0E-AB0A-467C9F49F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71265" cy="638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269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43FA4E-F9E9-4B68-4C92-2496A1B19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453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653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BB845E-281A-EA3D-4A91-0C147A645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15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831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3802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Dorothy Cheptoo Cheruiyot</dc:creator>
  <cp:lastModifiedBy>Dorothy Cheptoo Cheruiyot</cp:lastModifiedBy>
  <cp:revision>3</cp:revision>
  <dcterms:created xsi:type="dcterms:W3CDTF">2026-02-15T02:56:41Z</dcterms:created>
  <dcterms:modified xsi:type="dcterms:W3CDTF">2026-02-17T18:18:53Z</dcterms:modified>
</cp:coreProperties>
</file>